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4"/>
    <p:sldMasterId id="2147483690"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Spline Sans"/>
      <p:regular r:id="rId15"/>
      <p:bold r:id="rId16"/>
    </p:embeddedFont>
    <p:embeddedFont>
      <p:font typeface="Lexend Light"/>
      <p:regular r:id="rId17"/>
      <p:bold r:id="rId18"/>
    </p:embeddedFont>
    <p:embeddedFont>
      <p:font typeface="Lexend"/>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exen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SplineSans-regular.fntdata"/><Relationship Id="rId14" Type="http://schemas.openxmlformats.org/officeDocument/2006/relationships/slide" Target="slides/slide8.xml"/><Relationship Id="rId17" Type="http://schemas.openxmlformats.org/officeDocument/2006/relationships/font" Target="fonts/LexendLight-regular.fntdata"/><Relationship Id="rId16" Type="http://schemas.openxmlformats.org/officeDocument/2006/relationships/font" Target="fonts/SplineSans-bold.fntdata"/><Relationship Id="rId19" Type="http://schemas.openxmlformats.org/officeDocument/2006/relationships/font" Target="fonts/Lexend-regular.fntdata"/><Relationship Id="rId18" Type="http://schemas.openxmlformats.org/officeDocument/2006/relationships/font" Target="fonts/Lexend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9fa27af5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9fa27af5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9fa27af5b8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9fa27af5b8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9fa27af5b8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9fa27af5b8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9fa27af5b8_0_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9fa27af5b8_0_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9fa27af5b8_0_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9fa27af5b8_0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9fa27af5b8_0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9fa27af5b8_0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9fa27af5b8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9fa27af5b8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9fa27af5b8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9fa27af5b8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2">
    <p:spTree>
      <p:nvGrpSpPr>
        <p:cNvPr id="54" name="Shape 54"/>
        <p:cNvGrpSpPr/>
        <p:nvPr/>
      </p:nvGrpSpPr>
      <p:grpSpPr>
        <a:xfrm>
          <a:off x="0" y="0"/>
          <a:ext cx="0" cy="0"/>
          <a:chOff x="0" y="0"/>
          <a:chExt cx="0" cy="0"/>
        </a:xfrm>
      </p:grpSpPr>
      <p:sp>
        <p:nvSpPr>
          <p:cNvPr id="55" name="Google Shape;5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56" name="Google Shape;56;p14"/>
          <p:cNvGrpSpPr/>
          <p:nvPr/>
        </p:nvGrpSpPr>
        <p:grpSpPr>
          <a:xfrm>
            <a:off x="0" y="-125"/>
            <a:ext cx="9144300" cy="5143500"/>
            <a:chOff x="0" y="-125"/>
            <a:chExt cx="9144300" cy="5143500"/>
          </a:xfrm>
        </p:grpSpPr>
        <p:sp>
          <p:nvSpPr>
            <p:cNvPr id="57" name="Google Shape;57;p14"/>
            <p:cNvSpPr/>
            <p:nvPr/>
          </p:nvSpPr>
          <p:spPr>
            <a:xfrm>
              <a:off x="0" y="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58" name="Google Shape;58;p14"/>
            <p:cNvSpPr/>
            <p:nvPr/>
          </p:nvSpPr>
          <p:spPr>
            <a:xfrm>
              <a:off x="0" y="505180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59" name="Google Shape;59;p14"/>
            <p:cNvSpPr/>
            <p:nvPr/>
          </p:nvSpPr>
          <p:spPr>
            <a:xfrm rot="-5400000">
              <a:off x="-25260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60" name="Google Shape;60;p14"/>
            <p:cNvSpPr/>
            <p:nvPr/>
          </p:nvSpPr>
          <p:spPr>
            <a:xfrm rot="-5400000">
              <a:off x="65268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grpSp>
        <p:nvGrpSpPr>
          <p:cNvPr id="61" name="Google Shape;61;p14"/>
          <p:cNvGrpSpPr/>
          <p:nvPr/>
        </p:nvGrpSpPr>
        <p:grpSpPr>
          <a:xfrm>
            <a:off x="537556" y="689375"/>
            <a:ext cx="8068563" cy="3764713"/>
            <a:chOff x="537556" y="689375"/>
            <a:chExt cx="8068563" cy="3764713"/>
          </a:xfrm>
        </p:grpSpPr>
        <p:sp>
          <p:nvSpPr>
            <p:cNvPr id="62" name="Google Shape;62;p14"/>
            <p:cNvSpPr/>
            <p:nvPr/>
          </p:nvSpPr>
          <p:spPr>
            <a:xfrm>
              <a:off x="1613400"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3" name="Google Shape;63;p14"/>
            <p:cNvSpPr/>
            <p:nvPr/>
          </p:nvSpPr>
          <p:spPr>
            <a:xfrm>
              <a:off x="32276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4" name="Google Shape;64;p14"/>
            <p:cNvSpPr/>
            <p:nvPr/>
          </p:nvSpPr>
          <p:spPr>
            <a:xfrm>
              <a:off x="37652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 name="Google Shape;65;p14"/>
            <p:cNvSpPr/>
            <p:nvPr/>
          </p:nvSpPr>
          <p:spPr>
            <a:xfrm>
              <a:off x="26894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 name="Google Shape;66;p14"/>
            <p:cNvSpPr/>
            <p:nvPr/>
          </p:nvSpPr>
          <p:spPr>
            <a:xfrm>
              <a:off x="21518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7" name="Google Shape;67;p14"/>
            <p:cNvSpPr/>
            <p:nvPr/>
          </p:nvSpPr>
          <p:spPr>
            <a:xfrm>
              <a:off x="53792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8" name="Google Shape;68;p14"/>
            <p:cNvSpPr/>
            <p:nvPr/>
          </p:nvSpPr>
          <p:spPr>
            <a:xfrm>
              <a:off x="59168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 name="Google Shape;69;p14"/>
            <p:cNvSpPr/>
            <p:nvPr/>
          </p:nvSpPr>
          <p:spPr>
            <a:xfrm>
              <a:off x="48410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 name="Google Shape;70;p14"/>
            <p:cNvSpPr/>
            <p:nvPr/>
          </p:nvSpPr>
          <p:spPr>
            <a:xfrm>
              <a:off x="43034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1" name="Google Shape;71;p14"/>
            <p:cNvSpPr/>
            <p:nvPr/>
          </p:nvSpPr>
          <p:spPr>
            <a:xfrm>
              <a:off x="6992350"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 name="Google Shape;72;p14"/>
            <p:cNvSpPr/>
            <p:nvPr/>
          </p:nvSpPr>
          <p:spPr>
            <a:xfrm>
              <a:off x="6454750"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 name="Google Shape;73;p14"/>
            <p:cNvSpPr/>
            <p:nvPr/>
          </p:nvSpPr>
          <p:spPr>
            <a:xfrm>
              <a:off x="1613400"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4" name="Google Shape;74;p14"/>
            <p:cNvSpPr/>
            <p:nvPr/>
          </p:nvSpPr>
          <p:spPr>
            <a:xfrm>
              <a:off x="37652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 name="Google Shape;75;p14"/>
            <p:cNvSpPr/>
            <p:nvPr/>
          </p:nvSpPr>
          <p:spPr>
            <a:xfrm>
              <a:off x="26894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 name="Google Shape;76;p14"/>
            <p:cNvSpPr/>
            <p:nvPr/>
          </p:nvSpPr>
          <p:spPr>
            <a:xfrm>
              <a:off x="21518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7" name="Google Shape;77;p14"/>
            <p:cNvSpPr/>
            <p:nvPr/>
          </p:nvSpPr>
          <p:spPr>
            <a:xfrm>
              <a:off x="32276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 name="Google Shape;78;p14"/>
            <p:cNvSpPr/>
            <p:nvPr/>
          </p:nvSpPr>
          <p:spPr>
            <a:xfrm>
              <a:off x="59168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 name="Google Shape;79;p14"/>
            <p:cNvSpPr/>
            <p:nvPr/>
          </p:nvSpPr>
          <p:spPr>
            <a:xfrm>
              <a:off x="48410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 name="Google Shape;80;p14"/>
            <p:cNvSpPr/>
            <p:nvPr/>
          </p:nvSpPr>
          <p:spPr>
            <a:xfrm>
              <a:off x="43034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1" name="Google Shape;81;p14"/>
            <p:cNvSpPr/>
            <p:nvPr/>
          </p:nvSpPr>
          <p:spPr>
            <a:xfrm>
              <a:off x="53792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 name="Google Shape;82;p14"/>
            <p:cNvSpPr/>
            <p:nvPr/>
          </p:nvSpPr>
          <p:spPr>
            <a:xfrm>
              <a:off x="6992350"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 name="Google Shape;83;p14"/>
            <p:cNvSpPr/>
            <p:nvPr/>
          </p:nvSpPr>
          <p:spPr>
            <a:xfrm>
              <a:off x="6454750"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4" name="Google Shape;84;p14"/>
            <p:cNvSpPr/>
            <p:nvPr/>
          </p:nvSpPr>
          <p:spPr>
            <a:xfrm>
              <a:off x="537600" y="28405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5" name="Google Shape;85;p14"/>
            <p:cNvSpPr/>
            <p:nvPr/>
          </p:nvSpPr>
          <p:spPr>
            <a:xfrm>
              <a:off x="537600" y="17650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6" name="Google Shape;86;p14"/>
            <p:cNvSpPr/>
            <p:nvPr/>
          </p:nvSpPr>
          <p:spPr>
            <a:xfrm>
              <a:off x="8068150" y="17650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7" name="Google Shape;87;p14"/>
            <p:cNvSpPr/>
            <p:nvPr/>
          </p:nvSpPr>
          <p:spPr>
            <a:xfrm>
              <a:off x="8068150" y="2840650"/>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8" name="Google Shape;88;p14"/>
            <p:cNvSpPr/>
            <p:nvPr/>
          </p:nvSpPr>
          <p:spPr>
            <a:xfrm>
              <a:off x="1613400"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9" name="Google Shape;89;p14"/>
            <p:cNvSpPr/>
            <p:nvPr/>
          </p:nvSpPr>
          <p:spPr>
            <a:xfrm>
              <a:off x="32276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0" name="Google Shape;90;p14"/>
            <p:cNvSpPr/>
            <p:nvPr/>
          </p:nvSpPr>
          <p:spPr>
            <a:xfrm>
              <a:off x="26894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1" name="Google Shape;91;p14"/>
            <p:cNvSpPr/>
            <p:nvPr/>
          </p:nvSpPr>
          <p:spPr>
            <a:xfrm>
              <a:off x="21518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2" name="Google Shape;92;p14"/>
            <p:cNvSpPr/>
            <p:nvPr/>
          </p:nvSpPr>
          <p:spPr>
            <a:xfrm>
              <a:off x="37652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3" name="Google Shape;93;p14"/>
            <p:cNvSpPr/>
            <p:nvPr/>
          </p:nvSpPr>
          <p:spPr>
            <a:xfrm rot="-5400000">
              <a:off x="537556" y="689619"/>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4" name="Google Shape;94;p14"/>
            <p:cNvSpPr/>
            <p:nvPr/>
          </p:nvSpPr>
          <p:spPr>
            <a:xfrm>
              <a:off x="53792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5" name="Google Shape;95;p14"/>
            <p:cNvSpPr/>
            <p:nvPr/>
          </p:nvSpPr>
          <p:spPr>
            <a:xfrm>
              <a:off x="48410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6" name="Google Shape;96;p14"/>
            <p:cNvSpPr/>
            <p:nvPr/>
          </p:nvSpPr>
          <p:spPr>
            <a:xfrm>
              <a:off x="43034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7" name="Google Shape;97;p14"/>
            <p:cNvSpPr/>
            <p:nvPr/>
          </p:nvSpPr>
          <p:spPr>
            <a:xfrm>
              <a:off x="59168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8" name="Google Shape;98;p14"/>
            <p:cNvSpPr/>
            <p:nvPr/>
          </p:nvSpPr>
          <p:spPr>
            <a:xfrm>
              <a:off x="6992350"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99" name="Google Shape;99;p14"/>
            <p:cNvSpPr/>
            <p:nvPr/>
          </p:nvSpPr>
          <p:spPr>
            <a:xfrm>
              <a:off x="6454750"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0" name="Google Shape;100;p14"/>
            <p:cNvSpPr/>
            <p:nvPr/>
          </p:nvSpPr>
          <p:spPr>
            <a:xfrm>
              <a:off x="1613400"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1" name="Google Shape;101;p14"/>
            <p:cNvSpPr/>
            <p:nvPr/>
          </p:nvSpPr>
          <p:spPr>
            <a:xfrm>
              <a:off x="32276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2" name="Google Shape;102;p14"/>
            <p:cNvSpPr/>
            <p:nvPr/>
          </p:nvSpPr>
          <p:spPr>
            <a:xfrm>
              <a:off x="37652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3" name="Google Shape;103;p14"/>
            <p:cNvSpPr/>
            <p:nvPr/>
          </p:nvSpPr>
          <p:spPr>
            <a:xfrm>
              <a:off x="26894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4" name="Google Shape;104;p14"/>
            <p:cNvSpPr/>
            <p:nvPr/>
          </p:nvSpPr>
          <p:spPr>
            <a:xfrm>
              <a:off x="21518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5" name="Google Shape;105;p14"/>
            <p:cNvSpPr/>
            <p:nvPr/>
          </p:nvSpPr>
          <p:spPr>
            <a:xfrm>
              <a:off x="53792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6" name="Google Shape;106;p14"/>
            <p:cNvSpPr/>
            <p:nvPr/>
          </p:nvSpPr>
          <p:spPr>
            <a:xfrm>
              <a:off x="59168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7" name="Google Shape;107;p14"/>
            <p:cNvSpPr/>
            <p:nvPr/>
          </p:nvSpPr>
          <p:spPr>
            <a:xfrm>
              <a:off x="48410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8" name="Google Shape;108;p14"/>
            <p:cNvSpPr/>
            <p:nvPr/>
          </p:nvSpPr>
          <p:spPr>
            <a:xfrm>
              <a:off x="43034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09" name="Google Shape;109;p14"/>
            <p:cNvSpPr/>
            <p:nvPr/>
          </p:nvSpPr>
          <p:spPr>
            <a:xfrm>
              <a:off x="6992350"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0" name="Google Shape;110;p14"/>
            <p:cNvSpPr/>
            <p:nvPr/>
          </p:nvSpPr>
          <p:spPr>
            <a:xfrm>
              <a:off x="6454750"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1" name="Google Shape;111;p14"/>
            <p:cNvSpPr/>
            <p:nvPr/>
          </p:nvSpPr>
          <p:spPr>
            <a:xfrm>
              <a:off x="537600" y="23026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2" name="Google Shape;112;p14"/>
            <p:cNvSpPr/>
            <p:nvPr/>
          </p:nvSpPr>
          <p:spPr>
            <a:xfrm>
              <a:off x="8068150" y="2302800"/>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3" name="Google Shape;113;p14"/>
            <p:cNvSpPr/>
            <p:nvPr/>
          </p:nvSpPr>
          <p:spPr>
            <a:xfrm rot="5400000">
              <a:off x="537644" y="689619"/>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4" name="Google Shape;114;p14"/>
            <p:cNvSpPr/>
            <p:nvPr/>
          </p:nvSpPr>
          <p:spPr>
            <a:xfrm rot="5400000">
              <a:off x="7530319" y="3378269"/>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5" name="Google Shape;115;p14"/>
            <p:cNvSpPr/>
            <p:nvPr/>
          </p:nvSpPr>
          <p:spPr>
            <a:xfrm rot="-5400000">
              <a:off x="7530231" y="3378269"/>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6" name="Google Shape;116;p14"/>
            <p:cNvSpPr/>
            <p:nvPr/>
          </p:nvSpPr>
          <p:spPr>
            <a:xfrm rot="10800000">
              <a:off x="537600" y="3377763"/>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7" name="Google Shape;117;p14"/>
            <p:cNvSpPr/>
            <p:nvPr/>
          </p:nvSpPr>
          <p:spPr>
            <a:xfrm>
              <a:off x="537600" y="3377675"/>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8" name="Google Shape;118;p14"/>
            <p:cNvSpPr/>
            <p:nvPr/>
          </p:nvSpPr>
          <p:spPr>
            <a:xfrm>
              <a:off x="7530275" y="689375"/>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19" name="Google Shape;119;p14"/>
            <p:cNvSpPr/>
            <p:nvPr/>
          </p:nvSpPr>
          <p:spPr>
            <a:xfrm rot="10800000">
              <a:off x="7530275" y="689463"/>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120" name="Google Shape;120;p14"/>
          <p:cNvSpPr txBox="1"/>
          <p:nvPr>
            <p:ph type="title"/>
          </p:nvPr>
        </p:nvSpPr>
        <p:spPr>
          <a:xfrm>
            <a:off x="1241550" y="1973150"/>
            <a:ext cx="6660900" cy="7929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21" name="Google Shape;121;p14"/>
          <p:cNvSpPr txBox="1"/>
          <p:nvPr>
            <p:ph idx="1" type="subTitle"/>
          </p:nvPr>
        </p:nvSpPr>
        <p:spPr>
          <a:xfrm>
            <a:off x="1810800" y="2904800"/>
            <a:ext cx="5522700" cy="3054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1">
    <p:spTree>
      <p:nvGrpSpPr>
        <p:cNvPr id="122" name="Shape 122"/>
        <p:cNvGrpSpPr/>
        <p:nvPr/>
      </p:nvGrpSpPr>
      <p:grpSpPr>
        <a:xfrm>
          <a:off x="0" y="0"/>
          <a:ext cx="0" cy="0"/>
          <a:chOff x="0" y="0"/>
          <a:chExt cx="0" cy="0"/>
        </a:xfrm>
      </p:grpSpPr>
      <p:sp>
        <p:nvSpPr>
          <p:cNvPr id="123" name="Google Shape;123;p1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4" name="Google Shape;124;p1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5" name="Google Shape;12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126" name="Shape 126"/>
        <p:cNvGrpSpPr/>
        <p:nvPr/>
      </p:nvGrpSpPr>
      <p:grpSpPr>
        <a:xfrm>
          <a:off x="0" y="0"/>
          <a:ext cx="0" cy="0"/>
          <a:chOff x="0" y="0"/>
          <a:chExt cx="0" cy="0"/>
        </a:xfrm>
      </p:grpSpPr>
      <p:sp>
        <p:nvSpPr>
          <p:cNvPr id="127" name="Google Shape;127;p1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28" name="Google Shape;12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129" name="Shape 129"/>
        <p:cNvGrpSpPr/>
        <p:nvPr/>
      </p:nvGrpSpPr>
      <p:grpSpPr>
        <a:xfrm>
          <a:off x="0" y="0"/>
          <a:ext cx="0" cy="0"/>
          <a:chOff x="0" y="0"/>
          <a:chExt cx="0" cy="0"/>
        </a:xfrm>
      </p:grpSpPr>
      <p:sp>
        <p:nvSpPr>
          <p:cNvPr id="130" name="Google Shape;130;p1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32" name="Google Shape;132;p17"/>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133" name="Google Shape;133;p1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4" name="Google Shape;13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35" name="Shape 135"/>
        <p:cNvGrpSpPr/>
        <p:nvPr/>
      </p:nvGrpSpPr>
      <p:grpSpPr>
        <a:xfrm>
          <a:off x="0" y="0"/>
          <a:ext cx="0" cy="0"/>
          <a:chOff x="0" y="0"/>
          <a:chExt cx="0" cy="0"/>
        </a:xfrm>
      </p:grpSpPr>
      <p:sp>
        <p:nvSpPr>
          <p:cNvPr id="136" name="Google Shape;13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137" name="Google Shape;137;p18"/>
          <p:cNvSpPr txBox="1"/>
          <p:nvPr>
            <p:ph idx="1" type="body"/>
          </p:nvPr>
        </p:nvSpPr>
        <p:spPr>
          <a:xfrm>
            <a:off x="311700" y="1152475"/>
            <a:ext cx="4473900" cy="3416400"/>
          </a:xfrm>
          <a:prstGeom prst="rect">
            <a:avLst/>
          </a:prstGeom>
        </p:spPr>
        <p:txBody>
          <a:bodyPr anchorCtr="0" anchor="t" bIns="91425" lIns="91425" spcFirstLastPara="1" rIns="953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8" name="Google Shape;138;p18"/>
          <p:cNvSpPr/>
          <p:nvPr>
            <p:ph idx="2" type="pic"/>
          </p:nvPr>
        </p:nvSpPr>
        <p:spPr>
          <a:xfrm>
            <a:off x="4992024" y="1152775"/>
            <a:ext cx="3840300" cy="3416400"/>
          </a:xfrm>
          <a:prstGeom prst="rect">
            <a:avLst/>
          </a:prstGeom>
          <a:noFill/>
          <a:ln>
            <a:noFill/>
          </a:ln>
        </p:spPr>
      </p:sp>
      <p:sp>
        <p:nvSpPr>
          <p:cNvPr id="139" name="Google Shape;13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details">
  <p:cSld name="TITLE_2_1">
    <p:spTree>
      <p:nvGrpSpPr>
        <p:cNvPr id="140" name="Shape 140"/>
        <p:cNvGrpSpPr/>
        <p:nvPr/>
      </p:nvGrpSpPr>
      <p:grpSpPr>
        <a:xfrm>
          <a:off x="0" y="0"/>
          <a:ext cx="0" cy="0"/>
          <a:chOff x="0" y="0"/>
          <a:chExt cx="0" cy="0"/>
        </a:xfrm>
      </p:grpSpPr>
      <p:sp>
        <p:nvSpPr>
          <p:cNvPr id="141" name="Google Shape;14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142" name="Google Shape;142;p19"/>
          <p:cNvGrpSpPr/>
          <p:nvPr/>
        </p:nvGrpSpPr>
        <p:grpSpPr>
          <a:xfrm>
            <a:off x="0" y="-125"/>
            <a:ext cx="9144300" cy="5143500"/>
            <a:chOff x="0" y="-125"/>
            <a:chExt cx="9144300" cy="5143500"/>
          </a:xfrm>
        </p:grpSpPr>
        <p:sp>
          <p:nvSpPr>
            <p:cNvPr id="143" name="Google Shape;143;p19"/>
            <p:cNvSpPr/>
            <p:nvPr/>
          </p:nvSpPr>
          <p:spPr>
            <a:xfrm>
              <a:off x="0" y="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144" name="Google Shape;144;p19"/>
            <p:cNvSpPr/>
            <p:nvPr/>
          </p:nvSpPr>
          <p:spPr>
            <a:xfrm>
              <a:off x="0" y="505180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145" name="Google Shape;145;p19"/>
            <p:cNvSpPr/>
            <p:nvPr/>
          </p:nvSpPr>
          <p:spPr>
            <a:xfrm rot="-5400000">
              <a:off x="-25260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146" name="Google Shape;146;p19"/>
            <p:cNvSpPr/>
            <p:nvPr/>
          </p:nvSpPr>
          <p:spPr>
            <a:xfrm rot="-5400000">
              <a:off x="65268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grpSp>
        <p:nvGrpSpPr>
          <p:cNvPr id="147" name="Google Shape;147;p19"/>
          <p:cNvGrpSpPr/>
          <p:nvPr/>
        </p:nvGrpSpPr>
        <p:grpSpPr>
          <a:xfrm>
            <a:off x="537556" y="689375"/>
            <a:ext cx="8068563" cy="3764713"/>
            <a:chOff x="537556" y="689375"/>
            <a:chExt cx="8068563" cy="3764713"/>
          </a:xfrm>
        </p:grpSpPr>
        <p:sp>
          <p:nvSpPr>
            <p:cNvPr id="148" name="Google Shape;148;p19"/>
            <p:cNvSpPr/>
            <p:nvPr/>
          </p:nvSpPr>
          <p:spPr>
            <a:xfrm>
              <a:off x="1613400"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49" name="Google Shape;149;p19"/>
            <p:cNvSpPr/>
            <p:nvPr/>
          </p:nvSpPr>
          <p:spPr>
            <a:xfrm>
              <a:off x="32276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0" name="Google Shape;150;p19"/>
            <p:cNvSpPr/>
            <p:nvPr/>
          </p:nvSpPr>
          <p:spPr>
            <a:xfrm>
              <a:off x="37652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1" name="Google Shape;151;p19"/>
            <p:cNvSpPr/>
            <p:nvPr/>
          </p:nvSpPr>
          <p:spPr>
            <a:xfrm>
              <a:off x="26894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2" name="Google Shape;152;p19"/>
            <p:cNvSpPr/>
            <p:nvPr/>
          </p:nvSpPr>
          <p:spPr>
            <a:xfrm>
              <a:off x="21518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3" name="Google Shape;153;p19"/>
            <p:cNvSpPr/>
            <p:nvPr/>
          </p:nvSpPr>
          <p:spPr>
            <a:xfrm>
              <a:off x="53792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4" name="Google Shape;154;p19"/>
            <p:cNvSpPr/>
            <p:nvPr/>
          </p:nvSpPr>
          <p:spPr>
            <a:xfrm>
              <a:off x="59168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5" name="Google Shape;155;p19"/>
            <p:cNvSpPr/>
            <p:nvPr/>
          </p:nvSpPr>
          <p:spPr>
            <a:xfrm>
              <a:off x="4841075"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6" name="Google Shape;156;p19"/>
            <p:cNvSpPr/>
            <p:nvPr/>
          </p:nvSpPr>
          <p:spPr>
            <a:xfrm>
              <a:off x="4303475"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7" name="Google Shape;157;p19"/>
            <p:cNvSpPr/>
            <p:nvPr/>
          </p:nvSpPr>
          <p:spPr>
            <a:xfrm>
              <a:off x="6992350" y="39161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8" name="Google Shape;158;p19"/>
            <p:cNvSpPr/>
            <p:nvPr/>
          </p:nvSpPr>
          <p:spPr>
            <a:xfrm>
              <a:off x="6454750" y="33782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59" name="Google Shape;159;p19"/>
            <p:cNvSpPr/>
            <p:nvPr/>
          </p:nvSpPr>
          <p:spPr>
            <a:xfrm>
              <a:off x="1613400"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0" name="Google Shape;160;p19"/>
            <p:cNvSpPr/>
            <p:nvPr/>
          </p:nvSpPr>
          <p:spPr>
            <a:xfrm>
              <a:off x="37652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1" name="Google Shape;161;p19"/>
            <p:cNvSpPr/>
            <p:nvPr/>
          </p:nvSpPr>
          <p:spPr>
            <a:xfrm>
              <a:off x="26894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2" name="Google Shape;162;p19"/>
            <p:cNvSpPr/>
            <p:nvPr/>
          </p:nvSpPr>
          <p:spPr>
            <a:xfrm>
              <a:off x="21518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3" name="Google Shape;163;p19"/>
            <p:cNvSpPr/>
            <p:nvPr/>
          </p:nvSpPr>
          <p:spPr>
            <a:xfrm>
              <a:off x="32276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4" name="Google Shape;164;p19"/>
            <p:cNvSpPr/>
            <p:nvPr/>
          </p:nvSpPr>
          <p:spPr>
            <a:xfrm>
              <a:off x="59168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5" name="Google Shape;165;p19"/>
            <p:cNvSpPr/>
            <p:nvPr/>
          </p:nvSpPr>
          <p:spPr>
            <a:xfrm>
              <a:off x="4841075"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6" name="Google Shape;166;p19"/>
            <p:cNvSpPr/>
            <p:nvPr/>
          </p:nvSpPr>
          <p:spPr>
            <a:xfrm>
              <a:off x="43034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7" name="Google Shape;167;p19"/>
            <p:cNvSpPr/>
            <p:nvPr/>
          </p:nvSpPr>
          <p:spPr>
            <a:xfrm>
              <a:off x="5379275"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8" name="Google Shape;168;p19"/>
            <p:cNvSpPr/>
            <p:nvPr/>
          </p:nvSpPr>
          <p:spPr>
            <a:xfrm>
              <a:off x="6992350" y="68966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69" name="Google Shape;169;p19"/>
            <p:cNvSpPr/>
            <p:nvPr/>
          </p:nvSpPr>
          <p:spPr>
            <a:xfrm>
              <a:off x="6454750" y="12273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0" name="Google Shape;170;p19"/>
            <p:cNvSpPr/>
            <p:nvPr/>
          </p:nvSpPr>
          <p:spPr>
            <a:xfrm>
              <a:off x="537600" y="2840513"/>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1" name="Google Shape;171;p19"/>
            <p:cNvSpPr/>
            <p:nvPr/>
          </p:nvSpPr>
          <p:spPr>
            <a:xfrm>
              <a:off x="537600" y="17650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2" name="Google Shape;172;p19"/>
            <p:cNvSpPr/>
            <p:nvPr/>
          </p:nvSpPr>
          <p:spPr>
            <a:xfrm>
              <a:off x="8068150" y="1765088"/>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3" name="Google Shape;173;p19"/>
            <p:cNvSpPr/>
            <p:nvPr/>
          </p:nvSpPr>
          <p:spPr>
            <a:xfrm>
              <a:off x="8068150" y="2840650"/>
              <a:ext cx="537600" cy="5379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4" name="Google Shape;174;p19"/>
            <p:cNvSpPr/>
            <p:nvPr/>
          </p:nvSpPr>
          <p:spPr>
            <a:xfrm>
              <a:off x="1613400"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5" name="Google Shape;175;p19"/>
            <p:cNvSpPr/>
            <p:nvPr/>
          </p:nvSpPr>
          <p:spPr>
            <a:xfrm>
              <a:off x="32276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6" name="Google Shape;176;p19"/>
            <p:cNvSpPr/>
            <p:nvPr/>
          </p:nvSpPr>
          <p:spPr>
            <a:xfrm>
              <a:off x="26894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7" name="Google Shape;177;p19"/>
            <p:cNvSpPr/>
            <p:nvPr/>
          </p:nvSpPr>
          <p:spPr>
            <a:xfrm>
              <a:off x="21518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8" name="Google Shape;178;p19"/>
            <p:cNvSpPr/>
            <p:nvPr/>
          </p:nvSpPr>
          <p:spPr>
            <a:xfrm>
              <a:off x="37652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79" name="Google Shape;179;p19"/>
            <p:cNvSpPr/>
            <p:nvPr/>
          </p:nvSpPr>
          <p:spPr>
            <a:xfrm rot="-5400000">
              <a:off x="537556" y="689619"/>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0" name="Google Shape;180;p19"/>
            <p:cNvSpPr/>
            <p:nvPr/>
          </p:nvSpPr>
          <p:spPr>
            <a:xfrm>
              <a:off x="53792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1" name="Google Shape;181;p19"/>
            <p:cNvSpPr/>
            <p:nvPr/>
          </p:nvSpPr>
          <p:spPr>
            <a:xfrm>
              <a:off x="48410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2" name="Google Shape;182;p19"/>
            <p:cNvSpPr/>
            <p:nvPr/>
          </p:nvSpPr>
          <p:spPr>
            <a:xfrm>
              <a:off x="4303475"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3" name="Google Shape;183;p19"/>
            <p:cNvSpPr/>
            <p:nvPr/>
          </p:nvSpPr>
          <p:spPr>
            <a:xfrm>
              <a:off x="5916875"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4" name="Google Shape;184;p19"/>
            <p:cNvSpPr/>
            <p:nvPr/>
          </p:nvSpPr>
          <p:spPr>
            <a:xfrm>
              <a:off x="6992350" y="33782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5" name="Google Shape;185;p19"/>
            <p:cNvSpPr/>
            <p:nvPr/>
          </p:nvSpPr>
          <p:spPr>
            <a:xfrm>
              <a:off x="6454750" y="3916188"/>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6" name="Google Shape;186;p19"/>
            <p:cNvSpPr/>
            <p:nvPr/>
          </p:nvSpPr>
          <p:spPr>
            <a:xfrm>
              <a:off x="1613400"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7" name="Google Shape;187;p19"/>
            <p:cNvSpPr/>
            <p:nvPr/>
          </p:nvSpPr>
          <p:spPr>
            <a:xfrm>
              <a:off x="32276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8" name="Google Shape;188;p19"/>
            <p:cNvSpPr/>
            <p:nvPr/>
          </p:nvSpPr>
          <p:spPr>
            <a:xfrm>
              <a:off x="37652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9" name="Google Shape;189;p19"/>
            <p:cNvSpPr/>
            <p:nvPr/>
          </p:nvSpPr>
          <p:spPr>
            <a:xfrm>
              <a:off x="26894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0" name="Google Shape;190;p19"/>
            <p:cNvSpPr/>
            <p:nvPr/>
          </p:nvSpPr>
          <p:spPr>
            <a:xfrm>
              <a:off x="21518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1" name="Google Shape;191;p19"/>
            <p:cNvSpPr/>
            <p:nvPr/>
          </p:nvSpPr>
          <p:spPr>
            <a:xfrm>
              <a:off x="53792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2" name="Google Shape;192;p19"/>
            <p:cNvSpPr/>
            <p:nvPr/>
          </p:nvSpPr>
          <p:spPr>
            <a:xfrm>
              <a:off x="59168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3" name="Google Shape;193;p19"/>
            <p:cNvSpPr/>
            <p:nvPr/>
          </p:nvSpPr>
          <p:spPr>
            <a:xfrm>
              <a:off x="4841075"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4" name="Google Shape;194;p19"/>
            <p:cNvSpPr/>
            <p:nvPr/>
          </p:nvSpPr>
          <p:spPr>
            <a:xfrm>
              <a:off x="4303475"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5" name="Google Shape;195;p19"/>
            <p:cNvSpPr/>
            <p:nvPr/>
          </p:nvSpPr>
          <p:spPr>
            <a:xfrm>
              <a:off x="6992350" y="12273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6" name="Google Shape;196;p19"/>
            <p:cNvSpPr/>
            <p:nvPr/>
          </p:nvSpPr>
          <p:spPr>
            <a:xfrm>
              <a:off x="6454750" y="68966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7" name="Google Shape;197;p19"/>
            <p:cNvSpPr/>
            <p:nvPr/>
          </p:nvSpPr>
          <p:spPr>
            <a:xfrm>
              <a:off x="537600" y="2302613"/>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8" name="Google Shape;198;p19"/>
            <p:cNvSpPr/>
            <p:nvPr/>
          </p:nvSpPr>
          <p:spPr>
            <a:xfrm>
              <a:off x="8068150" y="2302800"/>
              <a:ext cx="537600" cy="5379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99" name="Google Shape;199;p19"/>
            <p:cNvSpPr/>
            <p:nvPr/>
          </p:nvSpPr>
          <p:spPr>
            <a:xfrm rot="5400000">
              <a:off x="537644" y="689619"/>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0" name="Google Shape;200;p19"/>
            <p:cNvSpPr/>
            <p:nvPr/>
          </p:nvSpPr>
          <p:spPr>
            <a:xfrm rot="5400000">
              <a:off x="7530319" y="3378269"/>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1" name="Google Shape;201;p19"/>
            <p:cNvSpPr/>
            <p:nvPr/>
          </p:nvSpPr>
          <p:spPr>
            <a:xfrm rot="-5400000">
              <a:off x="7530231" y="3378269"/>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2" name="Google Shape;202;p19"/>
            <p:cNvSpPr/>
            <p:nvPr/>
          </p:nvSpPr>
          <p:spPr>
            <a:xfrm rot="10800000">
              <a:off x="537600" y="3377763"/>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3" name="Google Shape;203;p19"/>
            <p:cNvSpPr/>
            <p:nvPr/>
          </p:nvSpPr>
          <p:spPr>
            <a:xfrm>
              <a:off x="537600" y="3377675"/>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4" name="Google Shape;204;p19"/>
            <p:cNvSpPr/>
            <p:nvPr/>
          </p:nvSpPr>
          <p:spPr>
            <a:xfrm>
              <a:off x="7530275" y="689375"/>
              <a:ext cx="1075800" cy="1075800"/>
            </a:xfrm>
            <a:prstGeom prst="rtTriangl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05" name="Google Shape;205;p19"/>
            <p:cNvSpPr/>
            <p:nvPr/>
          </p:nvSpPr>
          <p:spPr>
            <a:xfrm rot="10800000">
              <a:off x="7530275" y="689463"/>
              <a:ext cx="1075800" cy="1075800"/>
            </a:xfrm>
            <a:prstGeom prst="rtTriangl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206" name="Google Shape;206;p19"/>
          <p:cNvSpPr txBox="1"/>
          <p:nvPr>
            <p:ph type="title"/>
          </p:nvPr>
        </p:nvSpPr>
        <p:spPr>
          <a:xfrm>
            <a:off x="1241550" y="2010150"/>
            <a:ext cx="6660900" cy="11232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07" name="Google Shape;207;p19"/>
          <p:cNvSpPr txBox="1"/>
          <p:nvPr>
            <p:ph idx="1" type="body"/>
          </p:nvPr>
        </p:nvSpPr>
        <p:spPr>
          <a:xfrm>
            <a:off x="421035" y="224850"/>
            <a:ext cx="1947600" cy="3450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
        <p:nvSpPr>
          <p:cNvPr id="208" name="Google Shape;208;p19"/>
          <p:cNvSpPr txBox="1"/>
          <p:nvPr>
            <p:ph idx="2" type="body"/>
          </p:nvPr>
        </p:nvSpPr>
        <p:spPr>
          <a:xfrm>
            <a:off x="6772321" y="224850"/>
            <a:ext cx="1947600" cy="345000"/>
          </a:xfrm>
          <a:prstGeom prst="rect">
            <a:avLst/>
          </a:prstGeom>
        </p:spPr>
        <p:txBody>
          <a:bodyPr anchorCtr="0" anchor="t" bIns="91425" lIns="91425" spcFirstLastPara="1" rIns="91425" wrap="square" tIns="91425">
            <a:spAutoFit/>
          </a:bodyPr>
          <a:lstStyle>
            <a:lvl1pPr indent="-317500" lvl="0" marL="457200" algn="r">
              <a:spcBef>
                <a:spcPts val="0"/>
              </a:spcBef>
              <a:spcAft>
                <a:spcPts val="0"/>
              </a:spcAft>
              <a:buSzPts val="1400"/>
              <a:buFont typeface="Lexend"/>
              <a:buChar char="●"/>
              <a:defRPr sz="1400">
                <a:latin typeface="Lexend"/>
                <a:ea typeface="Lexend"/>
                <a:cs typeface="Lexend"/>
                <a:sym typeface="Lexend"/>
              </a:defRPr>
            </a:lvl1pPr>
            <a:lvl2pPr indent="-317500" lvl="1" marL="914400" algn="r">
              <a:spcBef>
                <a:spcPts val="0"/>
              </a:spcBef>
              <a:spcAft>
                <a:spcPts val="0"/>
              </a:spcAft>
              <a:buSzPts val="1400"/>
              <a:buFont typeface="Lexend"/>
              <a:buChar char="○"/>
              <a:defRPr>
                <a:latin typeface="Lexend"/>
                <a:ea typeface="Lexend"/>
                <a:cs typeface="Lexend"/>
                <a:sym typeface="Lexend"/>
              </a:defRPr>
            </a:lvl2pPr>
            <a:lvl3pPr indent="-317500" lvl="2" marL="1371600" algn="r">
              <a:spcBef>
                <a:spcPts val="0"/>
              </a:spcBef>
              <a:spcAft>
                <a:spcPts val="0"/>
              </a:spcAft>
              <a:buSzPts val="1400"/>
              <a:buFont typeface="Lexend"/>
              <a:buChar char="■"/>
              <a:defRPr>
                <a:latin typeface="Lexend"/>
                <a:ea typeface="Lexend"/>
                <a:cs typeface="Lexend"/>
                <a:sym typeface="Lexend"/>
              </a:defRPr>
            </a:lvl3pPr>
            <a:lvl4pPr indent="-317500" lvl="3" marL="1828800" algn="r">
              <a:spcBef>
                <a:spcPts val="0"/>
              </a:spcBef>
              <a:spcAft>
                <a:spcPts val="0"/>
              </a:spcAft>
              <a:buSzPts val="1400"/>
              <a:buFont typeface="Lexend"/>
              <a:buChar char="●"/>
              <a:defRPr>
                <a:latin typeface="Lexend"/>
                <a:ea typeface="Lexend"/>
                <a:cs typeface="Lexend"/>
                <a:sym typeface="Lexend"/>
              </a:defRPr>
            </a:lvl4pPr>
            <a:lvl5pPr indent="-317500" lvl="4" marL="2286000" algn="r">
              <a:spcBef>
                <a:spcPts val="0"/>
              </a:spcBef>
              <a:spcAft>
                <a:spcPts val="0"/>
              </a:spcAft>
              <a:buSzPts val="1400"/>
              <a:buFont typeface="Lexend"/>
              <a:buChar char="○"/>
              <a:defRPr>
                <a:latin typeface="Lexend"/>
                <a:ea typeface="Lexend"/>
                <a:cs typeface="Lexend"/>
                <a:sym typeface="Lexend"/>
              </a:defRPr>
            </a:lvl5pPr>
            <a:lvl6pPr indent="-317500" lvl="5" marL="2743200" algn="r">
              <a:spcBef>
                <a:spcPts val="0"/>
              </a:spcBef>
              <a:spcAft>
                <a:spcPts val="0"/>
              </a:spcAft>
              <a:buSzPts val="1400"/>
              <a:buFont typeface="Lexend"/>
              <a:buChar char="■"/>
              <a:defRPr>
                <a:latin typeface="Lexend"/>
                <a:ea typeface="Lexend"/>
                <a:cs typeface="Lexend"/>
                <a:sym typeface="Lexend"/>
              </a:defRPr>
            </a:lvl6pPr>
            <a:lvl7pPr indent="-317500" lvl="6" marL="3200400" algn="r">
              <a:spcBef>
                <a:spcPts val="0"/>
              </a:spcBef>
              <a:spcAft>
                <a:spcPts val="0"/>
              </a:spcAft>
              <a:buSzPts val="1400"/>
              <a:buFont typeface="Lexend"/>
              <a:buChar char="●"/>
              <a:defRPr>
                <a:latin typeface="Lexend"/>
                <a:ea typeface="Lexend"/>
                <a:cs typeface="Lexend"/>
                <a:sym typeface="Lexend"/>
              </a:defRPr>
            </a:lvl7pPr>
            <a:lvl8pPr indent="-317500" lvl="7" marL="3657600" algn="r">
              <a:spcBef>
                <a:spcPts val="0"/>
              </a:spcBef>
              <a:spcAft>
                <a:spcPts val="0"/>
              </a:spcAft>
              <a:buSzPts val="1400"/>
              <a:buFont typeface="Lexend"/>
              <a:buChar char="○"/>
              <a:defRPr>
                <a:latin typeface="Lexend"/>
                <a:ea typeface="Lexend"/>
                <a:cs typeface="Lexend"/>
                <a:sym typeface="Lexend"/>
              </a:defRPr>
            </a:lvl8pPr>
            <a:lvl9pPr indent="-317500" lvl="8" marL="4114800" algn="r">
              <a:spcBef>
                <a:spcPts val="0"/>
              </a:spcBef>
              <a:spcAft>
                <a:spcPts val="0"/>
              </a:spcAft>
              <a:buSzPts val="1400"/>
              <a:buFont typeface="Lexend"/>
              <a:buChar char="■"/>
              <a:defRPr>
                <a:latin typeface="Lexend"/>
                <a:ea typeface="Lexend"/>
                <a:cs typeface="Lexend"/>
                <a:sym typeface="Lexend"/>
              </a:defRPr>
            </a:lvl9pPr>
          </a:lstStyle>
          <a:p/>
        </p:txBody>
      </p:sp>
      <p:sp>
        <p:nvSpPr>
          <p:cNvPr id="209" name="Google Shape;209;p19"/>
          <p:cNvSpPr txBox="1"/>
          <p:nvPr>
            <p:ph idx="3" type="body"/>
          </p:nvPr>
        </p:nvSpPr>
        <p:spPr>
          <a:xfrm>
            <a:off x="421035" y="4573625"/>
            <a:ext cx="1947600" cy="3450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
        <p:nvSpPr>
          <p:cNvPr id="210" name="Google Shape;210;p19"/>
          <p:cNvSpPr txBox="1"/>
          <p:nvPr>
            <p:ph idx="4" type="body"/>
          </p:nvPr>
        </p:nvSpPr>
        <p:spPr>
          <a:xfrm>
            <a:off x="6772321" y="4573625"/>
            <a:ext cx="1947600" cy="345000"/>
          </a:xfrm>
          <a:prstGeom prst="rect">
            <a:avLst/>
          </a:prstGeom>
        </p:spPr>
        <p:txBody>
          <a:bodyPr anchorCtr="0" anchor="t" bIns="91425" lIns="91425" spcFirstLastPara="1" rIns="91425" wrap="square" tIns="91425">
            <a:spAutoFit/>
          </a:bodyPr>
          <a:lstStyle>
            <a:lvl1pPr indent="-317500" lvl="0" marL="457200" algn="r">
              <a:spcBef>
                <a:spcPts val="0"/>
              </a:spcBef>
              <a:spcAft>
                <a:spcPts val="0"/>
              </a:spcAft>
              <a:buSzPts val="1400"/>
              <a:buFont typeface="Lexend"/>
              <a:buChar char="●"/>
              <a:defRPr sz="1400">
                <a:latin typeface="Lexend"/>
                <a:ea typeface="Lexend"/>
                <a:cs typeface="Lexend"/>
                <a:sym typeface="Lexend"/>
              </a:defRPr>
            </a:lvl1pPr>
            <a:lvl2pPr indent="-317500" lvl="1" marL="914400" algn="r">
              <a:spcBef>
                <a:spcPts val="0"/>
              </a:spcBef>
              <a:spcAft>
                <a:spcPts val="0"/>
              </a:spcAft>
              <a:buSzPts val="1400"/>
              <a:buFont typeface="Lexend"/>
              <a:buChar char="○"/>
              <a:defRPr>
                <a:latin typeface="Lexend"/>
                <a:ea typeface="Lexend"/>
                <a:cs typeface="Lexend"/>
                <a:sym typeface="Lexend"/>
              </a:defRPr>
            </a:lvl2pPr>
            <a:lvl3pPr indent="-317500" lvl="2" marL="1371600" algn="r">
              <a:spcBef>
                <a:spcPts val="0"/>
              </a:spcBef>
              <a:spcAft>
                <a:spcPts val="0"/>
              </a:spcAft>
              <a:buSzPts val="1400"/>
              <a:buFont typeface="Lexend"/>
              <a:buChar char="■"/>
              <a:defRPr>
                <a:latin typeface="Lexend"/>
                <a:ea typeface="Lexend"/>
                <a:cs typeface="Lexend"/>
                <a:sym typeface="Lexend"/>
              </a:defRPr>
            </a:lvl3pPr>
            <a:lvl4pPr indent="-317500" lvl="3" marL="1828800" algn="r">
              <a:spcBef>
                <a:spcPts val="0"/>
              </a:spcBef>
              <a:spcAft>
                <a:spcPts val="0"/>
              </a:spcAft>
              <a:buSzPts val="1400"/>
              <a:buFont typeface="Lexend"/>
              <a:buChar char="●"/>
              <a:defRPr>
                <a:latin typeface="Lexend"/>
                <a:ea typeface="Lexend"/>
                <a:cs typeface="Lexend"/>
                <a:sym typeface="Lexend"/>
              </a:defRPr>
            </a:lvl4pPr>
            <a:lvl5pPr indent="-317500" lvl="4" marL="2286000" algn="r">
              <a:spcBef>
                <a:spcPts val="0"/>
              </a:spcBef>
              <a:spcAft>
                <a:spcPts val="0"/>
              </a:spcAft>
              <a:buSzPts val="1400"/>
              <a:buFont typeface="Lexend"/>
              <a:buChar char="○"/>
              <a:defRPr>
                <a:latin typeface="Lexend"/>
                <a:ea typeface="Lexend"/>
                <a:cs typeface="Lexend"/>
                <a:sym typeface="Lexend"/>
              </a:defRPr>
            </a:lvl5pPr>
            <a:lvl6pPr indent="-317500" lvl="5" marL="2743200" algn="r">
              <a:spcBef>
                <a:spcPts val="0"/>
              </a:spcBef>
              <a:spcAft>
                <a:spcPts val="0"/>
              </a:spcAft>
              <a:buSzPts val="1400"/>
              <a:buFont typeface="Lexend"/>
              <a:buChar char="■"/>
              <a:defRPr>
                <a:latin typeface="Lexend"/>
                <a:ea typeface="Lexend"/>
                <a:cs typeface="Lexend"/>
                <a:sym typeface="Lexend"/>
              </a:defRPr>
            </a:lvl6pPr>
            <a:lvl7pPr indent="-317500" lvl="6" marL="3200400" algn="r">
              <a:spcBef>
                <a:spcPts val="0"/>
              </a:spcBef>
              <a:spcAft>
                <a:spcPts val="0"/>
              </a:spcAft>
              <a:buSzPts val="1400"/>
              <a:buFont typeface="Lexend"/>
              <a:buChar char="●"/>
              <a:defRPr>
                <a:latin typeface="Lexend"/>
                <a:ea typeface="Lexend"/>
                <a:cs typeface="Lexend"/>
                <a:sym typeface="Lexend"/>
              </a:defRPr>
            </a:lvl7pPr>
            <a:lvl8pPr indent="-317500" lvl="7" marL="3657600" algn="r">
              <a:spcBef>
                <a:spcPts val="0"/>
              </a:spcBef>
              <a:spcAft>
                <a:spcPts val="0"/>
              </a:spcAft>
              <a:buSzPts val="1400"/>
              <a:buFont typeface="Lexend"/>
              <a:buChar char="○"/>
              <a:defRPr>
                <a:latin typeface="Lexend"/>
                <a:ea typeface="Lexend"/>
                <a:cs typeface="Lexend"/>
                <a:sym typeface="Lexend"/>
              </a:defRPr>
            </a:lvl8pPr>
            <a:lvl9pPr indent="-317500" lvl="8" marL="4114800" algn="r">
              <a:spcBef>
                <a:spcPts val="0"/>
              </a:spcBef>
              <a:spcAft>
                <a:spcPts val="0"/>
              </a:spcAft>
              <a:buSzPts val="1400"/>
              <a:buFont typeface="Lexend"/>
              <a:buChar char="■"/>
              <a:defRPr>
                <a:latin typeface="Lexend"/>
                <a:ea typeface="Lexend"/>
                <a:cs typeface="Lexend"/>
                <a:sym typeface="Lexen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
    <p:spTree>
      <p:nvGrpSpPr>
        <p:cNvPr id="211" name="Shape 211"/>
        <p:cNvGrpSpPr/>
        <p:nvPr/>
      </p:nvGrpSpPr>
      <p:grpSpPr>
        <a:xfrm>
          <a:off x="0" y="0"/>
          <a:ext cx="0" cy="0"/>
          <a:chOff x="0" y="0"/>
          <a:chExt cx="0" cy="0"/>
        </a:xfrm>
      </p:grpSpPr>
      <p:sp>
        <p:nvSpPr>
          <p:cNvPr id="212" name="Google Shape;212;p20"/>
          <p:cNvSpPr/>
          <p:nvPr>
            <p:ph idx="2" type="pic"/>
          </p:nvPr>
        </p:nvSpPr>
        <p:spPr>
          <a:xfrm>
            <a:off x="320135" y="3180164"/>
            <a:ext cx="2833200" cy="1635300"/>
          </a:xfrm>
          <a:prstGeom prst="rect">
            <a:avLst/>
          </a:prstGeom>
          <a:noFill/>
          <a:ln>
            <a:noFill/>
          </a:ln>
        </p:spPr>
      </p:sp>
      <p:sp>
        <p:nvSpPr>
          <p:cNvPr id="213" name="Google Shape;213;p20"/>
          <p:cNvSpPr/>
          <p:nvPr/>
        </p:nvSpPr>
        <p:spPr>
          <a:xfrm>
            <a:off x="320135" y="1405791"/>
            <a:ext cx="805800" cy="558600"/>
          </a:xfrm>
          <a:prstGeom prst="rect">
            <a:avLst/>
          </a:prstGeom>
          <a:solidFill>
            <a:schemeClr val="accent1"/>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14" name="Google Shape;214;p20"/>
          <p:cNvSpPr/>
          <p:nvPr/>
        </p:nvSpPr>
        <p:spPr>
          <a:xfrm>
            <a:off x="320100" y="1963005"/>
            <a:ext cx="2833200" cy="1217100"/>
          </a:xfrm>
          <a:prstGeom prst="rect">
            <a:avLst/>
          </a:prstGeom>
          <a:solidFill>
            <a:schemeClr val="accent1"/>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15" name="Google Shape;215;p20"/>
          <p:cNvSpPr txBox="1"/>
          <p:nvPr>
            <p:ph idx="1" type="subTitle"/>
          </p:nvPr>
        </p:nvSpPr>
        <p:spPr>
          <a:xfrm>
            <a:off x="382576" y="1404325"/>
            <a:ext cx="668700" cy="514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6" name="Google Shape;216;p20"/>
          <p:cNvSpPr txBox="1"/>
          <p:nvPr>
            <p:ph idx="3" type="body"/>
          </p:nvPr>
        </p:nvSpPr>
        <p:spPr>
          <a:xfrm>
            <a:off x="382576" y="2021134"/>
            <a:ext cx="2690700" cy="1095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17" name="Google Shape;217;p20"/>
          <p:cNvSpPr/>
          <p:nvPr>
            <p:ph idx="4" type="pic"/>
          </p:nvPr>
        </p:nvSpPr>
        <p:spPr>
          <a:xfrm>
            <a:off x="3153490" y="3180164"/>
            <a:ext cx="2833200" cy="1635300"/>
          </a:xfrm>
          <a:prstGeom prst="rect">
            <a:avLst/>
          </a:prstGeom>
          <a:noFill/>
          <a:ln>
            <a:noFill/>
          </a:ln>
        </p:spPr>
      </p:sp>
      <p:sp>
        <p:nvSpPr>
          <p:cNvPr id="218" name="Google Shape;218;p20"/>
          <p:cNvSpPr/>
          <p:nvPr/>
        </p:nvSpPr>
        <p:spPr>
          <a:xfrm>
            <a:off x="3153490" y="1405791"/>
            <a:ext cx="805800" cy="558600"/>
          </a:xfrm>
          <a:prstGeom prst="rect">
            <a:avLst/>
          </a:prstGeom>
          <a:solidFill>
            <a:schemeClr val="accent2"/>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19" name="Google Shape;219;p20"/>
          <p:cNvSpPr/>
          <p:nvPr/>
        </p:nvSpPr>
        <p:spPr>
          <a:xfrm>
            <a:off x="3153455" y="1963005"/>
            <a:ext cx="2833200" cy="1217100"/>
          </a:xfrm>
          <a:prstGeom prst="rect">
            <a:avLst/>
          </a:prstGeom>
          <a:solidFill>
            <a:schemeClr val="accent2"/>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20" name="Google Shape;220;p20"/>
          <p:cNvSpPr txBox="1"/>
          <p:nvPr>
            <p:ph idx="5" type="subTitle"/>
          </p:nvPr>
        </p:nvSpPr>
        <p:spPr>
          <a:xfrm>
            <a:off x="3215931" y="1404325"/>
            <a:ext cx="668700" cy="514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1" name="Google Shape;221;p20"/>
          <p:cNvSpPr txBox="1"/>
          <p:nvPr>
            <p:ph idx="6" type="body"/>
          </p:nvPr>
        </p:nvSpPr>
        <p:spPr>
          <a:xfrm>
            <a:off x="3215931" y="2021134"/>
            <a:ext cx="2690700" cy="1095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2" name="Google Shape;222;p20"/>
          <p:cNvSpPr/>
          <p:nvPr>
            <p:ph idx="7" type="pic"/>
          </p:nvPr>
        </p:nvSpPr>
        <p:spPr>
          <a:xfrm>
            <a:off x="5986869" y="3180164"/>
            <a:ext cx="2833200" cy="1635300"/>
          </a:xfrm>
          <a:prstGeom prst="rect">
            <a:avLst/>
          </a:prstGeom>
          <a:noFill/>
          <a:ln>
            <a:noFill/>
          </a:ln>
        </p:spPr>
      </p:sp>
      <p:sp>
        <p:nvSpPr>
          <p:cNvPr id="223" name="Google Shape;223;p20"/>
          <p:cNvSpPr/>
          <p:nvPr/>
        </p:nvSpPr>
        <p:spPr>
          <a:xfrm>
            <a:off x="5986869" y="1405791"/>
            <a:ext cx="805800" cy="558600"/>
          </a:xfrm>
          <a:prstGeom prst="rect">
            <a:avLst/>
          </a:prstGeom>
          <a:solidFill>
            <a:schemeClr val="accent1"/>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24" name="Google Shape;224;p20"/>
          <p:cNvSpPr/>
          <p:nvPr/>
        </p:nvSpPr>
        <p:spPr>
          <a:xfrm>
            <a:off x="5986834" y="1963005"/>
            <a:ext cx="2833200" cy="1217100"/>
          </a:xfrm>
          <a:prstGeom prst="rect">
            <a:avLst/>
          </a:prstGeom>
          <a:solidFill>
            <a:schemeClr val="accent1"/>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25" name="Google Shape;225;p20"/>
          <p:cNvSpPr txBox="1"/>
          <p:nvPr>
            <p:ph idx="8" type="subTitle"/>
          </p:nvPr>
        </p:nvSpPr>
        <p:spPr>
          <a:xfrm>
            <a:off x="6049311" y="1404325"/>
            <a:ext cx="668700" cy="514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6" name="Google Shape;226;p20"/>
          <p:cNvSpPr txBox="1"/>
          <p:nvPr>
            <p:ph idx="9" type="body"/>
          </p:nvPr>
        </p:nvSpPr>
        <p:spPr>
          <a:xfrm>
            <a:off x="6049311" y="2021134"/>
            <a:ext cx="2690700" cy="1095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7" name="Google Shape;227;p20"/>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
    <p:spTree>
      <p:nvGrpSpPr>
        <p:cNvPr id="228" name="Shape 228"/>
        <p:cNvGrpSpPr/>
        <p:nvPr/>
      </p:nvGrpSpPr>
      <p:grpSpPr>
        <a:xfrm>
          <a:off x="0" y="0"/>
          <a:ext cx="0" cy="0"/>
          <a:chOff x="0" y="0"/>
          <a:chExt cx="0" cy="0"/>
        </a:xfrm>
      </p:grpSpPr>
      <p:sp>
        <p:nvSpPr>
          <p:cNvPr id="229" name="Google Shape;229;p21"/>
          <p:cNvSpPr/>
          <p:nvPr>
            <p:ph idx="2" type="pic"/>
          </p:nvPr>
        </p:nvSpPr>
        <p:spPr>
          <a:xfrm>
            <a:off x="320153" y="3180166"/>
            <a:ext cx="4249800" cy="1635300"/>
          </a:xfrm>
          <a:prstGeom prst="rect">
            <a:avLst/>
          </a:prstGeom>
          <a:noFill/>
          <a:ln>
            <a:noFill/>
          </a:ln>
        </p:spPr>
      </p:sp>
      <p:sp>
        <p:nvSpPr>
          <p:cNvPr id="230" name="Google Shape;230;p21"/>
          <p:cNvSpPr/>
          <p:nvPr/>
        </p:nvSpPr>
        <p:spPr>
          <a:xfrm>
            <a:off x="320135" y="1405791"/>
            <a:ext cx="805800" cy="558600"/>
          </a:xfrm>
          <a:prstGeom prst="rect">
            <a:avLst/>
          </a:prstGeom>
          <a:solidFill>
            <a:schemeClr val="accent1"/>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31" name="Google Shape;231;p21"/>
          <p:cNvSpPr/>
          <p:nvPr/>
        </p:nvSpPr>
        <p:spPr>
          <a:xfrm>
            <a:off x="320100" y="1963000"/>
            <a:ext cx="4249800" cy="1217100"/>
          </a:xfrm>
          <a:prstGeom prst="rect">
            <a:avLst/>
          </a:prstGeom>
          <a:solidFill>
            <a:schemeClr val="accent1"/>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32" name="Google Shape;232;p21"/>
          <p:cNvSpPr txBox="1"/>
          <p:nvPr>
            <p:ph idx="1" type="subTitle"/>
          </p:nvPr>
        </p:nvSpPr>
        <p:spPr>
          <a:xfrm>
            <a:off x="382576" y="1404325"/>
            <a:ext cx="668700" cy="514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33" name="Google Shape;233;p21"/>
          <p:cNvSpPr txBox="1"/>
          <p:nvPr>
            <p:ph idx="3" type="body"/>
          </p:nvPr>
        </p:nvSpPr>
        <p:spPr>
          <a:xfrm>
            <a:off x="413816" y="2021129"/>
            <a:ext cx="4036200" cy="1095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4" name="Google Shape;234;p21"/>
          <p:cNvSpPr/>
          <p:nvPr>
            <p:ph idx="4" type="pic"/>
          </p:nvPr>
        </p:nvSpPr>
        <p:spPr>
          <a:xfrm>
            <a:off x="4570230" y="3180166"/>
            <a:ext cx="4249800" cy="1635300"/>
          </a:xfrm>
          <a:prstGeom prst="rect">
            <a:avLst/>
          </a:prstGeom>
          <a:noFill/>
          <a:ln>
            <a:noFill/>
          </a:ln>
        </p:spPr>
      </p:sp>
      <p:sp>
        <p:nvSpPr>
          <p:cNvPr id="235" name="Google Shape;235;p21"/>
          <p:cNvSpPr/>
          <p:nvPr/>
        </p:nvSpPr>
        <p:spPr>
          <a:xfrm>
            <a:off x="4570578" y="1405791"/>
            <a:ext cx="805800" cy="558600"/>
          </a:xfrm>
          <a:prstGeom prst="rect">
            <a:avLst/>
          </a:prstGeom>
          <a:solidFill>
            <a:schemeClr val="accent2"/>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36" name="Google Shape;236;p21"/>
          <p:cNvSpPr/>
          <p:nvPr/>
        </p:nvSpPr>
        <p:spPr>
          <a:xfrm>
            <a:off x="4570177" y="1963000"/>
            <a:ext cx="4249800" cy="1217100"/>
          </a:xfrm>
          <a:prstGeom prst="rect">
            <a:avLst/>
          </a:prstGeom>
          <a:solidFill>
            <a:schemeClr val="accent2"/>
          </a:solidFill>
          <a:ln>
            <a:noFill/>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37" name="Google Shape;237;p21"/>
          <p:cNvSpPr txBox="1"/>
          <p:nvPr>
            <p:ph idx="5" type="subTitle"/>
          </p:nvPr>
        </p:nvSpPr>
        <p:spPr>
          <a:xfrm>
            <a:off x="4633019" y="1404325"/>
            <a:ext cx="668700" cy="514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38" name="Google Shape;238;p21"/>
          <p:cNvSpPr txBox="1"/>
          <p:nvPr>
            <p:ph idx="6" type="body"/>
          </p:nvPr>
        </p:nvSpPr>
        <p:spPr>
          <a:xfrm>
            <a:off x="4663893" y="2021129"/>
            <a:ext cx="4036200" cy="1095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9" name="Google Shape;239;p21"/>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extLst>
    <p:ext uri="{DCECCB84-F9BA-43D5-87BE-67443E8EF086}">
      <p15:sldGuideLst>
        <p15:guide id="1" orient="horz" pos="3033">
          <p15:clr>
            <a:srgbClr val="E46962"/>
          </p15:clr>
        </p15:guide>
        <p15:guide id="2" pos="202">
          <p15:clr>
            <a:srgbClr val="E46962"/>
          </p15:clr>
        </p15:guide>
        <p15:guide id="3" pos="5556">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type="secHead">
  <p:cSld name="SECTION_HEADER">
    <p:spTree>
      <p:nvGrpSpPr>
        <p:cNvPr id="240" name="Shape 240"/>
        <p:cNvGrpSpPr/>
        <p:nvPr/>
      </p:nvGrpSpPr>
      <p:grpSpPr>
        <a:xfrm>
          <a:off x="0" y="0"/>
          <a:ext cx="0" cy="0"/>
          <a:chOff x="0" y="0"/>
          <a:chExt cx="0" cy="0"/>
        </a:xfrm>
      </p:grpSpPr>
      <p:sp>
        <p:nvSpPr>
          <p:cNvPr id="241" name="Google Shape;241;p22"/>
          <p:cNvSpPr/>
          <p:nvPr/>
        </p:nvSpPr>
        <p:spPr>
          <a:xfrm>
            <a:off x="0" y="1370900"/>
            <a:ext cx="4569600" cy="377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2" name="Google Shape;24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22"/>
          <p:cNvSpPr txBox="1"/>
          <p:nvPr>
            <p:ph idx="1" type="subTitle"/>
          </p:nvPr>
        </p:nvSpPr>
        <p:spPr>
          <a:xfrm>
            <a:off x="452100" y="1677650"/>
            <a:ext cx="3755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44" name="Google Shape;244;p22"/>
          <p:cNvSpPr txBox="1"/>
          <p:nvPr>
            <p:ph idx="2" type="body"/>
          </p:nvPr>
        </p:nvSpPr>
        <p:spPr>
          <a:xfrm>
            <a:off x="452100" y="250532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5" name="Google Shape;245;p22"/>
          <p:cNvSpPr/>
          <p:nvPr/>
        </p:nvSpPr>
        <p:spPr>
          <a:xfrm>
            <a:off x="4574400" y="1370900"/>
            <a:ext cx="4569600" cy="3772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46" name="Google Shape;246;p22"/>
          <p:cNvSpPr txBox="1"/>
          <p:nvPr>
            <p:ph idx="3" type="subTitle"/>
          </p:nvPr>
        </p:nvSpPr>
        <p:spPr>
          <a:xfrm>
            <a:off x="5026500" y="1677650"/>
            <a:ext cx="3755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47" name="Google Shape;247;p22"/>
          <p:cNvSpPr txBox="1"/>
          <p:nvPr>
            <p:ph idx="4" type="body"/>
          </p:nvPr>
        </p:nvSpPr>
        <p:spPr>
          <a:xfrm>
            <a:off x="5026500" y="250532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8" name="Google Shape;248;p22"/>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SECTION_HEADER_3">
    <p:spTree>
      <p:nvGrpSpPr>
        <p:cNvPr id="249" name="Shape 249"/>
        <p:cNvGrpSpPr/>
        <p:nvPr/>
      </p:nvGrpSpPr>
      <p:grpSpPr>
        <a:xfrm>
          <a:off x="0" y="0"/>
          <a:ext cx="0" cy="0"/>
          <a:chOff x="0" y="0"/>
          <a:chExt cx="0" cy="0"/>
        </a:xfrm>
      </p:grpSpPr>
      <p:sp>
        <p:nvSpPr>
          <p:cNvPr id="250" name="Google Shape;250;p23"/>
          <p:cNvSpPr/>
          <p:nvPr/>
        </p:nvSpPr>
        <p:spPr>
          <a:xfrm>
            <a:off x="0" y="1370900"/>
            <a:ext cx="4569600" cy="1870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1" name="Google Shape;25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2" name="Google Shape;252;p23"/>
          <p:cNvSpPr/>
          <p:nvPr/>
        </p:nvSpPr>
        <p:spPr>
          <a:xfrm>
            <a:off x="4569600" y="1370900"/>
            <a:ext cx="4574400" cy="187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3" name="Google Shape;253;p23"/>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54" name="Google Shape;254;p23"/>
          <p:cNvSpPr/>
          <p:nvPr/>
        </p:nvSpPr>
        <p:spPr>
          <a:xfrm>
            <a:off x="0" y="3241100"/>
            <a:ext cx="4569600" cy="1902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5" name="Google Shape;255;p23"/>
          <p:cNvSpPr txBox="1"/>
          <p:nvPr>
            <p:ph idx="1" type="subTitle"/>
          </p:nvPr>
        </p:nvSpPr>
        <p:spPr>
          <a:xfrm>
            <a:off x="452100" y="3530600"/>
            <a:ext cx="3755400" cy="4824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56" name="Google Shape;256;p23"/>
          <p:cNvSpPr txBox="1"/>
          <p:nvPr>
            <p:ph idx="2" type="body"/>
          </p:nvPr>
        </p:nvSpPr>
        <p:spPr>
          <a:xfrm>
            <a:off x="452100" y="4153800"/>
            <a:ext cx="3755400" cy="841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7" name="Google Shape;257;p23"/>
          <p:cNvSpPr/>
          <p:nvPr/>
        </p:nvSpPr>
        <p:spPr>
          <a:xfrm>
            <a:off x="4569600" y="3241100"/>
            <a:ext cx="4574400" cy="1902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58" name="Google Shape;258;p23"/>
          <p:cNvSpPr txBox="1"/>
          <p:nvPr>
            <p:ph idx="3" type="subTitle"/>
          </p:nvPr>
        </p:nvSpPr>
        <p:spPr>
          <a:xfrm>
            <a:off x="452100" y="1540450"/>
            <a:ext cx="3755400" cy="4824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59" name="Google Shape;259;p23"/>
          <p:cNvSpPr txBox="1"/>
          <p:nvPr>
            <p:ph idx="4" type="body"/>
          </p:nvPr>
        </p:nvSpPr>
        <p:spPr>
          <a:xfrm>
            <a:off x="452100" y="2163650"/>
            <a:ext cx="3755400" cy="841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0" name="Google Shape;260;p23"/>
          <p:cNvSpPr txBox="1"/>
          <p:nvPr>
            <p:ph idx="5" type="subTitle"/>
          </p:nvPr>
        </p:nvSpPr>
        <p:spPr>
          <a:xfrm>
            <a:off x="4979100" y="1540450"/>
            <a:ext cx="3755400" cy="4824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61" name="Google Shape;261;p23"/>
          <p:cNvSpPr txBox="1"/>
          <p:nvPr>
            <p:ph idx="6" type="body"/>
          </p:nvPr>
        </p:nvSpPr>
        <p:spPr>
          <a:xfrm>
            <a:off x="4979100" y="2163650"/>
            <a:ext cx="3755400" cy="841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2" name="Google Shape;262;p23"/>
          <p:cNvSpPr txBox="1"/>
          <p:nvPr>
            <p:ph idx="7" type="subTitle"/>
          </p:nvPr>
        </p:nvSpPr>
        <p:spPr>
          <a:xfrm>
            <a:off x="4979100" y="3459750"/>
            <a:ext cx="3755400" cy="4824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63" name="Google Shape;263;p23"/>
          <p:cNvSpPr txBox="1"/>
          <p:nvPr>
            <p:ph idx="8" type="body"/>
          </p:nvPr>
        </p:nvSpPr>
        <p:spPr>
          <a:xfrm>
            <a:off x="4979100" y="4082950"/>
            <a:ext cx="3755400" cy="841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SECTION_HEADER_2">
    <p:spTree>
      <p:nvGrpSpPr>
        <p:cNvPr id="264" name="Shape 264"/>
        <p:cNvGrpSpPr/>
        <p:nvPr/>
      </p:nvGrpSpPr>
      <p:grpSpPr>
        <a:xfrm>
          <a:off x="0" y="0"/>
          <a:ext cx="0" cy="0"/>
          <a:chOff x="0" y="0"/>
          <a:chExt cx="0" cy="0"/>
        </a:xfrm>
      </p:grpSpPr>
      <p:sp>
        <p:nvSpPr>
          <p:cNvPr id="265" name="Google Shape;265;p24"/>
          <p:cNvSpPr/>
          <p:nvPr/>
        </p:nvSpPr>
        <p:spPr>
          <a:xfrm>
            <a:off x="0" y="1370900"/>
            <a:ext cx="3048000" cy="377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6" name="Google Shape;26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24"/>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68" name="Google Shape;268;p24"/>
          <p:cNvSpPr/>
          <p:nvPr/>
        </p:nvSpPr>
        <p:spPr>
          <a:xfrm>
            <a:off x="3048000" y="1370900"/>
            <a:ext cx="3048000" cy="3772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9" name="Google Shape;269;p24"/>
          <p:cNvSpPr/>
          <p:nvPr/>
        </p:nvSpPr>
        <p:spPr>
          <a:xfrm>
            <a:off x="6096000" y="1370900"/>
            <a:ext cx="3048000" cy="377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70" name="Google Shape;270;p24"/>
          <p:cNvSpPr txBox="1"/>
          <p:nvPr>
            <p:ph idx="1" type="subTitle"/>
          </p:nvPr>
        </p:nvSpPr>
        <p:spPr>
          <a:xfrm>
            <a:off x="338225" y="1677650"/>
            <a:ext cx="2321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71" name="Google Shape;271;p24"/>
          <p:cNvSpPr txBox="1"/>
          <p:nvPr>
            <p:ph idx="2" type="body"/>
          </p:nvPr>
        </p:nvSpPr>
        <p:spPr>
          <a:xfrm>
            <a:off x="338225" y="2505325"/>
            <a:ext cx="2321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2" name="Google Shape;272;p24"/>
          <p:cNvSpPr txBox="1"/>
          <p:nvPr>
            <p:ph idx="3" type="subTitle"/>
          </p:nvPr>
        </p:nvSpPr>
        <p:spPr>
          <a:xfrm>
            <a:off x="3411300" y="1677650"/>
            <a:ext cx="2321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73" name="Google Shape;273;p24"/>
          <p:cNvSpPr txBox="1"/>
          <p:nvPr>
            <p:ph idx="4" type="body"/>
          </p:nvPr>
        </p:nvSpPr>
        <p:spPr>
          <a:xfrm>
            <a:off x="3411300" y="2505325"/>
            <a:ext cx="2321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4" name="Google Shape;274;p24"/>
          <p:cNvSpPr txBox="1"/>
          <p:nvPr>
            <p:ph idx="5" type="subTitle"/>
          </p:nvPr>
        </p:nvSpPr>
        <p:spPr>
          <a:xfrm>
            <a:off x="6484375" y="1677650"/>
            <a:ext cx="2321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75" name="Google Shape;275;p24"/>
          <p:cNvSpPr txBox="1"/>
          <p:nvPr>
            <p:ph idx="6" type="body"/>
          </p:nvPr>
        </p:nvSpPr>
        <p:spPr>
          <a:xfrm>
            <a:off x="6484375" y="2505325"/>
            <a:ext cx="2321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body and image">
  <p:cSld name="SECTION_HEADER_1">
    <p:spTree>
      <p:nvGrpSpPr>
        <p:cNvPr id="276" name="Shape 276"/>
        <p:cNvGrpSpPr/>
        <p:nvPr/>
      </p:nvGrpSpPr>
      <p:grpSpPr>
        <a:xfrm>
          <a:off x="0" y="0"/>
          <a:ext cx="0" cy="0"/>
          <a:chOff x="0" y="0"/>
          <a:chExt cx="0" cy="0"/>
        </a:xfrm>
      </p:grpSpPr>
      <p:sp>
        <p:nvSpPr>
          <p:cNvPr id="277" name="Google Shape;277;p25"/>
          <p:cNvSpPr/>
          <p:nvPr/>
        </p:nvSpPr>
        <p:spPr>
          <a:xfrm>
            <a:off x="0" y="1374200"/>
            <a:ext cx="4569600" cy="3769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78" name="Google Shape;278;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79" name="Google Shape;279;p25"/>
          <p:cNvSpPr/>
          <p:nvPr>
            <p:ph idx="2" type="pic"/>
          </p:nvPr>
        </p:nvSpPr>
        <p:spPr>
          <a:xfrm>
            <a:off x="4569600" y="1374200"/>
            <a:ext cx="4574400" cy="3769200"/>
          </a:xfrm>
          <a:prstGeom prst="rect">
            <a:avLst/>
          </a:prstGeom>
          <a:noFill/>
          <a:ln>
            <a:noFill/>
          </a:ln>
        </p:spPr>
      </p:sp>
      <p:sp>
        <p:nvSpPr>
          <p:cNvPr id="280" name="Google Shape;280;p25"/>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81" name="Google Shape;281;p25"/>
          <p:cNvSpPr txBox="1"/>
          <p:nvPr>
            <p:ph idx="1" type="body"/>
          </p:nvPr>
        </p:nvSpPr>
        <p:spPr>
          <a:xfrm>
            <a:off x="452100" y="1869650"/>
            <a:ext cx="3755400" cy="2778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2" name="Google Shape;282;p25"/>
          <p:cNvSpPr txBox="1"/>
          <p:nvPr>
            <p:ph idx="3" type="body"/>
          </p:nvPr>
        </p:nvSpPr>
        <p:spPr>
          <a:xfrm>
            <a:off x="433560" y="295600"/>
            <a:ext cx="1803300" cy="1674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SECTION_HEADER_1_1">
    <p:spTree>
      <p:nvGrpSpPr>
        <p:cNvPr id="283" name="Shape 283"/>
        <p:cNvGrpSpPr/>
        <p:nvPr/>
      </p:nvGrpSpPr>
      <p:grpSpPr>
        <a:xfrm>
          <a:off x="0" y="0"/>
          <a:ext cx="0" cy="0"/>
          <a:chOff x="0" y="0"/>
          <a:chExt cx="0" cy="0"/>
        </a:xfrm>
      </p:grpSpPr>
      <p:sp>
        <p:nvSpPr>
          <p:cNvPr id="284" name="Google Shape;28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5" name="Google Shape;285;p26"/>
          <p:cNvSpPr/>
          <p:nvPr>
            <p:ph idx="2" type="pic"/>
          </p:nvPr>
        </p:nvSpPr>
        <p:spPr>
          <a:xfrm>
            <a:off x="0" y="1374200"/>
            <a:ext cx="9144000" cy="3791400"/>
          </a:xfrm>
          <a:prstGeom prst="rect">
            <a:avLst/>
          </a:prstGeom>
          <a:noFill/>
          <a:ln>
            <a:noFill/>
          </a:ln>
        </p:spPr>
      </p:sp>
      <p:sp>
        <p:nvSpPr>
          <p:cNvPr id="286" name="Google Shape;286;p26"/>
          <p:cNvSpPr txBox="1"/>
          <p:nvPr>
            <p:ph type="title"/>
          </p:nvPr>
        </p:nvSpPr>
        <p:spPr>
          <a:xfrm>
            <a:off x="408650" y="46300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body and image " type="tx">
  <p:cSld name="TITLE_AND_BODY">
    <p:spTree>
      <p:nvGrpSpPr>
        <p:cNvPr id="287" name="Shape 287"/>
        <p:cNvGrpSpPr/>
        <p:nvPr/>
      </p:nvGrpSpPr>
      <p:grpSpPr>
        <a:xfrm>
          <a:off x="0" y="0"/>
          <a:ext cx="0" cy="0"/>
          <a:chOff x="0" y="0"/>
          <a:chExt cx="0" cy="0"/>
        </a:xfrm>
      </p:grpSpPr>
      <p:sp>
        <p:nvSpPr>
          <p:cNvPr id="288" name="Google Shape;28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89" name="Google Shape;289;p27"/>
          <p:cNvSpPr/>
          <p:nvPr/>
        </p:nvSpPr>
        <p:spPr>
          <a:xfrm>
            <a:off x="0" y="1370900"/>
            <a:ext cx="4907100" cy="377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0" name="Google Shape;290;p27"/>
          <p:cNvSpPr txBox="1"/>
          <p:nvPr>
            <p:ph idx="1" type="body"/>
          </p:nvPr>
        </p:nvSpPr>
        <p:spPr>
          <a:xfrm>
            <a:off x="433560" y="295600"/>
            <a:ext cx="1803300" cy="1674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
        <p:nvSpPr>
          <p:cNvPr id="291" name="Google Shape;291;p27"/>
          <p:cNvSpPr txBox="1"/>
          <p:nvPr>
            <p:ph idx="2" type="subTitle"/>
          </p:nvPr>
        </p:nvSpPr>
        <p:spPr>
          <a:xfrm>
            <a:off x="452100" y="1677650"/>
            <a:ext cx="3755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92" name="Google Shape;292;p27"/>
          <p:cNvSpPr txBox="1"/>
          <p:nvPr>
            <p:ph idx="3" type="body"/>
          </p:nvPr>
        </p:nvSpPr>
        <p:spPr>
          <a:xfrm>
            <a:off x="452100" y="250532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3" name="Google Shape;293;p27"/>
          <p:cNvSpPr/>
          <p:nvPr>
            <p:ph idx="4" type="pic"/>
          </p:nvPr>
        </p:nvSpPr>
        <p:spPr>
          <a:xfrm>
            <a:off x="4907150" y="0"/>
            <a:ext cx="4236900" cy="5153400"/>
          </a:xfrm>
          <a:prstGeom prst="rect">
            <a:avLst/>
          </a:prstGeom>
          <a:noFill/>
          <a:ln>
            <a:noFill/>
          </a:ln>
        </p:spPr>
      </p:sp>
      <p:sp>
        <p:nvSpPr>
          <p:cNvPr id="294" name="Google Shape;294;p27"/>
          <p:cNvSpPr txBox="1"/>
          <p:nvPr>
            <p:ph type="title"/>
          </p:nvPr>
        </p:nvSpPr>
        <p:spPr>
          <a:xfrm>
            <a:off x="408650" y="463000"/>
            <a:ext cx="44196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TITLE_AND_BODY_1">
    <p:spTree>
      <p:nvGrpSpPr>
        <p:cNvPr id="295" name="Shape 295"/>
        <p:cNvGrpSpPr/>
        <p:nvPr/>
      </p:nvGrpSpPr>
      <p:grpSpPr>
        <a:xfrm>
          <a:off x="0" y="0"/>
          <a:ext cx="0" cy="0"/>
          <a:chOff x="0" y="0"/>
          <a:chExt cx="0" cy="0"/>
        </a:xfrm>
      </p:grpSpPr>
      <p:sp>
        <p:nvSpPr>
          <p:cNvPr id="296" name="Google Shape;29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97" name="Google Shape;297;p28"/>
          <p:cNvSpPr/>
          <p:nvPr/>
        </p:nvSpPr>
        <p:spPr>
          <a:xfrm>
            <a:off x="0" y="1370900"/>
            <a:ext cx="4907100" cy="377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8" name="Google Shape;298;p28"/>
          <p:cNvSpPr/>
          <p:nvPr/>
        </p:nvSpPr>
        <p:spPr>
          <a:xfrm>
            <a:off x="4909625" y="-100"/>
            <a:ext cx="4234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99" name="Google Shape;299;p28"/>
          <p:cNvSpPr txBox="1"/>
          <p:nvPr>
            <p:ph idx="1" type="subTitle"/>
          </p:nvPr>
        </p:nvSpPr>
        <p:spPr>
          <a:xfrm>
            <a:off x="452100" y="1677650"/>
            <a:ext cx="3755400" cy="699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300" name="Google Shape;300;p28"/>
          <p:cNvSpPr txBox="1"/>
          <p:nvPr>
            <p:ph idx="2" type="body"/>
          </p:nvPr>
        </p:nvSpPr>
        <p:spPr>
          <a:xfrm>
            <a:off x="452100" y="250532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1" name="Google Shape;301;p28"/>
          <p:cNvSpPr txBox="1"/>
          <p:nvPr>
            <p:ph idx="3" type="body"/>
          </p:nvPr>
        </p:nvSpPr>
        <p:spPr>
          <a:xfrm>
            <a:off x="433560" y="295600"/>
            <a:ext cx="1803300" cy="1674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
        <p:nvSpPr>
          <p:cNvPr id="302" name="Google Shape;302;p28"/>
          <p:cNvSpPr txBox="1"/>
          <p:nvPr>
            <p:ph type="title"/>
          </p:nvPr>
        </p:nvSpPr>
        <p:spPr>
          <a:xfrm>
            <a:off x="408650" y="463000"/>
            <a:ext cx="44196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woColTx">
  <p:cSld name="TITLE_AND_TWO_COLUMNS">
    <p:spTree>
      <p:nvGrpSpPr>
        <p:cNvPr id="303" name="Shape 303"/>
        <p:cNvGrpSpPr/>
        <p:nvPr/>
      </p:nvGrpSpPr>
      <p:grpSpPr>
        <a:xfrm>
          <a:off x="0" y="0"/>
          <a:ext cx="0" cy="0"/>
          <a:chOff x="0" y="0"/>
          <a:chExt cx="0" cy="0"/>
        </a:xfrm>
      </p:grpSpPr>
      <p:sp>
        <p:nvSpPr>
          <p:cNvPr id="304" name="Google Shape;304;p29"/>
          <p:cNvSpPr txBox="1"/>
          <p:nvPr>
            <p:ph idx="12" type="sldNum"/>
          </p:nvPr>
        </p:nvSpPr>
        <p:spPr>
          <a:xfrm>
            <a:off x="8472458" y="4663217"/>
            <a:ext cx="548700" cy="393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305" name="Google Shape;305;p29"/>
          <p:cNvGrpSpPr/>
          <p:nvPr/>
        </p:nvGrpSpPr>
        <p:grpSpPr>
          <a:xfrm>
            <a:off x="-300" y="-104"/>
            <a:ext cx="9144304" cy="5143511"/>
            <a:chOff x="-300" y="-104"/>
            <a:chExt cx="9144304" cy="5143511"/>
          </a:xfrm>
        </p:grpSpPr>
        <p:sp>
          <p:nvSpPr>
            <p:cNvPr id="306" name="Google Shape;306;p29"/>
            <p:cNvSpPr/>
            <p:nvPr/>
          </p:nvSpPr>
          <p:spPr>
            <a:xfrm>
              <a:off x="0" y="4635807"/>
              <a:ext cx="507300" cy="5076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07" name="Google Shape;307;p29"/>
            <p:cNvSpPr/>
            <p:nvPr/>
          </p:nvSpPr>
          <p:spPr>
            <a:xfrm rot="-5400000">
              <a:off x="1523553"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8" name="Google Shape;308;p29"/>
            <p:cNvSpPr/>
            <p:nvPr/>
          </p:nvSpPr>
          <p:spPr>
            <a:xfrm rot="-5400000">
              <a:off x="507453"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29"/>
            <p:cNvSpPr/>
            <p:nvPr/>
          </p:nvSpPr>
          <p:spPr>
            <a:xfrm rot="-5400000">
              <a:off x="1015503"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0" name="Google Shape;310;p29"/>
            <p:cNvSpPr/>
            <p:nvPr/>
          </p:nvSpPr>
          <p:spPr>
            <a:xfrm rot="-5400000">
              <a:off x="2031603"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1" name="Google Shape;311;p29"/>
            <p:cNvSpPr/>
            <p:nvPr/>
          </p:nvSpPr>
          <p:spPr>
            <a:xfrm rot="-5400000">
              <a:off x="35557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2" name="Google Shape;312;p29"/>
            <p:cNvSpPr/>
            <p:nvPr/>
          </p:nvSpPr>
          <p:spPr>
            <a:xfrm rot="-5400000">
              <a:off x="2539653"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p29"/>
            <p:cNvSpPr/>
            <p:nvPr/>
          </p:nvSpPr>
          <p:spPr>
            <a:xfrm rot="-5400000">
              <a:off x="30477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4" name="Google Shape;314;p29"/>
            <p:cNvSpPr/>
            <p:nvPr/>
          </p:nvSpPr>
          <p:spPr>
            <a:xfrm rot="-5400000">
              <a:off x="40638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5" name="Google Shape;315;p29"/>
            <p:cNvSpPr/>
            <p:nvPr/>
          </p:nvSpPr>
          <p:spPr>
            <a:xfrm rot="-5400000">
              <a:off x="45718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6" name="Google Shape;316;p29"/>
            <p:cNvSpPr/>
            <p:nvPr/>
          </p:nvSpPr>
          <p:spPr>
            <a:xfrm rot="-5400000">
              <a:off x="50799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7" name="Google Shape;317;p29"/>
            <p:cNvSpPr/>
            <p:nvPr/>
          </p:nvSpPr>
          <p:spPr>
            <a:xfrm rot="-5400000">
              <a:off x="55879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p29"/>
            <p:cNvSpPr/>
            <p:nvPr/>
          </p:nvSpPr>
          <p:spPr>
            <a:xfrm rot="-5400000">
              <a:off x="60960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19" name="Google Shape;319;p29"/>
            <p:cNvSpPr/>
            <p:nvPr/>
          </p:nvSpPr>
          <p:spPr>
            <a:xfrm rot="-5400000">
              <a:off x="66040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0" name="Google Shape;320;p29"/>
            <p:cNvSpPr/>
            <p:nvPr/>
          </p:nvSpPr>
          <p:spPr>
            <a:xfrm rot="-5400000">
              <a:off x="71121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1" name="Google Shape;321;p29"/>
            <p:cNvSpPr/>
            <p:nvPr/>
          </p:nvSpPr>
          <p:spPr>
            <a:xfrm rot="-5400000">
              <a:off x="76201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29"/>
            <p:cNvSpPr/>
            <p:nvPr/>
          </p:nvSpPr>
          <p:spPr>
            <a:xfrm rot="-5400000">
              <a:off x="81282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3" name="Google Shape;323;p29"/>
            <p:cNvSpPr/>
            <p:nvPr/>
          </p:nvSpPr>
          <p:spPr>
            <a:xfrm rot="-5400000">
              <a:off x="86362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4" name="Google Shape;324;p29"/>
            <p:cNvSpPr/>
            <p:nvPr/>
          </p:nvSpPr>
          <p:spPr>
            <a:xfrm>
              <a:off x="-300" y="1030152"/>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5" name="Google Shape;325;p29"/>
            <p:cNvSpPr/>
            <p:nvPr/>
          </p:nvSpPr>
          <p:spPr>
            <a:xfrm>
              <a:off x="-300" y="0"/>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6" name="Google Shape;326;p29"/>
            <p:cNvSpPr/>
            <p:nvPr/>
          </p:nvSpPr>
          <p:spPr>
            <a:xfrm>
              <a:off x="-300" y="504275"/>
              <a:ext cx="507900" cy="525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7" name="Google Shape;327;p29"/>
            <p:cNvSpPr/>
            <p:nvPr/>
          </p:nvSpPr>
          <p:spPr>
            <a:xfrm>
              <a:off x="-300" y="1545228"/>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28" name="Google Shape;328;p29"/>
            <p:cNvSpPr/>
            <p:nvPr/>
          </p:nvSpPr>
          <p:spPr>
            <a:xfrm>
              <a:off x="-300" y="3090456"/>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29"/>
            <p:cNvSpPr/>
            <p:nvPr/>
          </p:nvSpPr>
          <p:spPr>
            <a:xfrm>
              <a:off x="-300" y="2060304"/>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29"/>
            <p:cNvSpPr/>
            <p:nvPr/>
          </p:nvSpPr>
          <p:spPr>
            <a:xfrm>
              <a:off x="-300" y="2575380"/>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1" name="Google Shape;331;p29"/>
            <p:cNvSpPr/>
            <p:nvPr/>
          </p:nvSpPr>
          <p:spPr>
            <a:xfrm>
              <a:off x="-300" y="3605532"/>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2" name="Google Shape;332;p29"/>
            <p:cNvSpPr/>
            <p:nvPr/>
          </p:nvSpPr>
          <p:spPr>
            <a:xfrm>
              <a:off x="-300" y="4120608"/>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29"/>
            <p:cNvSpPr/>
            <p:nvPr/>
          </p:nvSpPr>
          <p:spPr>
            <a:xfrm>
              <a:off x="507600" y="57"/>
              <a:ext cx="507300" cy="5076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4" name="Google Shape;334;p29"/>
            <p:cNvSpPr/>
            <p:nvPr/>
          </p:nvSpPr>
          <p:spPr>
            <a:xfrm rot="-5400000">
              <a:off x="2031153"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p29"/>
            <p:cNvSpPr/>
            <p:nvPr/>
          </p:nvSpPr>
          <p:spPr>
            <a:xfrm rot="-5400000">
              <a:off x="1015053"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p29"/>
            <p:cNvSpPr/>
            <p:nvPr/>
          </p:nvSpPr>
          <p:spPr>
            <a:xfrm rot="-5400000">
              <a:off x="1523103"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7" name="Google Shape;337;p29"/>
            <p:cNvSpPr/>
            <p:nvPr/>
          </p:nvSpPr>
          <p:spPr>
            <a:xfrm rot="-5400000">
              <a:off x="2539203"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38" name="Google Shape;338;p29"/>
            <p:cNvSpPr/>
            <p:nvPr/>
          </p:nvSpPr>
          <p:spPr>
            <a:xfrm rot="-5400000">
              <a:off x="40633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 name="Google Shape;339;p29"/>
            <p:cNvSpPr/>
            <p:nvPr/>
          </p:nvSpPr>
          <p:spPr>
            <a:xfrm rot="-5400000">
              <a:off x="3047253"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0" name="Google Shape;340;p29"/>
            <p:cNvSpPr/>
            <p:nvPr/>
          </p:nvSpPr>
          <p:spPr>
            <a:xfrm rot="-5400000">
              <a:off x="35553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1" name="Google Shape;341;p29"/>
            <p:cNvSpPr/>
            <p:nvPr/>
          </p:nvSpPr>
          <p:spPr>
            <a:xfrm rot="-5400000">
              <a:off x="45714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2" name="Google Shape;342;p29"/>
            <p:cNvSpPr/>
            <p:nvPr/>
          </p:nvSpPr>
          <p:spPr>
            <a:xfrm rot="-5400000">
              <a:off x="50794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3" name="Google Shape;343;p29"/>
            <p:cNvSpPr/>
            <p:nvPr/>
          </p:nvSpPr>
          <p:spPr>
            <a:xfrm rot="-5400000">
              <a:off x="55875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4" name="Google Shape;344;p29"/>
            <p:cNvSpPr/>
            <p:nvPr/>
          </p:nvSpPr>
          <p:spPr>
            <a:xfrm rot="-5400000">
              <a:off x="60955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29"/>
            <p:cNvSpPr/>
            <p:nvPr/>
          </p:nvSpPr>
          <p:spPr>
            <a:xfrm rot="-5400000">
              <a:off x="66036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6" name="Google Shape;346;p29"/>
            <p:cNvSpPr/>
            <p:nvPr/>
          </p:nvSpPr>
          <p:spPr>
            <a:xfrm rot="-5400000">
              <a:off x="71116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29"/>
            <p:cNvSpPr/>
            <p:nvPr/>
          </p:nvSpPr>
          <p:spPr>
            <a:xfrm rot="-5400000">
              <a:off x="76197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48" name="Google Shape;348;p29"/>
            <p:cNvSpPr/>
            <p:nvPr/>
          </p:nvSpPr>
          <p:spPr>
            <a:xfrm rot="-5400000">
              <a:off x="81277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9" name="Google Shape;349;p29"/>
            <p:cNvSpPr/>
            <p:nvPr/>
          </p:nvSpPr>
          <p:spPr>
            <a:xfrm rot="-5400000">
              <a:off x="8635804" y="-238"/>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0" name="Google Shape;350;p29"/>
            <p:cNvSpPr/>
            <p:nvPr/>
          </p:nvSpPr>
          <p:spPr>
            <a:xfrm rot="10800000">
              <a:off x="8636100" y="3605532"/>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1" name="Google Shape;351;p29"/>
            <p:cNvSpPr/>
            <p:nvPr/>
          </p:nvSpPr>
          <p:spPr>
            <a:xfrm rot="10800000">
              <a:off x="8636100" y="4120608"/>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2" name="Google Shape;352;p29"/>
            <p:cNvSpPr/>
            <p:nvPr/>
          </p:nvSpPr>
          <p:spPr>
            <a:xfrm rot="10800000">
              <a:off x="8636100" y="3090456"/>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3" name="Google Shape;353;p29"/>
            <p:cNvSpPr/>
            <p:nvPr/>
          </p:nvSpPr>
          <p:spPr>
            <a:xfrm rot="10800000">
              <a:off x="8636100" y="1545228"/>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4" name="Google Shape;354;p29"/>
            <p:cNvSpPr/>
            <p:nvPr/>
          </p:nvSpPr>
          <p:spPr>
            <a:xfrm rot="10800000">
              <a:off x="8636100" y="2575380"/>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5" name="Google Shape;355;p29"/>
            <p:cNvSpPr/>
            <p:nvPr/>
          </p:nvSpPr>
          <p:spPr>
            <a:xfrm rot="10800000">
              <a:off x="8636100" y="2060304"/>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6" name="Google Shape;356;p29"/>
            <p:cNvSpPr/>
            <p:nvPr/>
          </p:nvSpPr>
          <p:spPr>
            <a:xfrm rot="10800000">
              <a:off x="8636100" y="1030152"/>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57" name="Google Shape;357;p29"/>
            <p:cNvSpPr/>
            <p:nvPr/>
          </p:nvSpPr>
          <p:spPr>
            <a:xfrm rot="10800000">
              <a:off x="8636100" y="504275"/>
              <a:ext cx="507900" cy="525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58" name="Google Shape;358;p29"/>
          <p:cNvSpPr txBox="1"/>
          <p:nvPr>
            <p:ph type="title"/>
          </p:nvPr>
        </p:nvSpPr>
        <p:spPr>
          <a:xfrm>
            <a:off x="1241550" y="2010150"/>
            <a:ext cx="6660900" cy="11232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TITLE_AND_TWO_COLUMNS_1">
    <p:spTree>
      <p:nvGrpSpPr>
        <p:cNvPr id="359" name="Shape 359"/>
        <p:cNvGrpSpPr/>
        <p:nvPr/>
      </p:nvGrpSpPr>
      <p:grpSpPr>
        <a:xfrm>
          <a:off x="0" y="0"/>
          <a:ext cx="0" cy="0"/>
          <a:chOff x="0" y="0"/>
          <a:chExt cx="0" cy="0"/>
        </a:xfrm>
      </p:grpSpPr>
      <p:sp>
        <p:nvSpPr>
          <p:cNvPr id="360" name="Google Shape;360;p30"/>
          <p:cNvSpPr txBox="1"/>
          <p:nvPr>
            <p:ph idx="12" type="sldNum"/>
          </p:nvPr>
        </p:nvSpPr>
        <p:spPr>
          <a:xfrm>
            <a:off x="8472458" y="4663217"/>
            <a:ext cx="548700" cy="393600"/>
          </a:xfrm>
          <a:prstGeom prst="rect">
            <a:avLst/>
          </a:prstGeom>
          <a:ln cap="flat" cmpd="sng" w="9525">
            <a:solidFill>
              <a:schemeClr val="dk2"/>
            </a:solidFill>
            <a:prstDash val="solid"/>
            <a:round/>
            <a:headEnd len="sm" w="sm" type="none"/>
            <a:tailEnd len="sm" w="sm" type="none"/>
          </a:ln>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361" name="Google Shape;361;p30"/>
          <p:cNvGrpSpPr/>
          <p:nvPr/>
        </p:nvGrpSpPr>
        <p:grpSpPr>
          <a:xfrm>
            <a:off x="-300" y="-104"/>
            <a:ext cx="9144304" cy="5143511"/>
            <a:chOff x="-300" y="-104"/>
            <a:chExt cx="9144304" cy="5143511"/>
          </a:xfrm>
        </p:grpSpPr>
        <p:sp>
          <p:nvSpPr>
            <p:cNvPr id="362" name="Google Shape;362;p30"/>
            <p:cNvSpPr/>
            <p:nvPr/>
          </p:nvSpPr>
          <p:spPr>
            <a:xfrm>
              <a:off x="0" y="4635807"/>
              <a:ext cx="507300" cy="5076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63" name="Google Shape;363;p30"/>
            <p:cNvSpPr/>
            <p:nvPr/>
          </p:nvSpPr>
          <p:spPr>
            <a:xfrm rot="-5400000">
              <a:off x="1523553"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4" name="Google Shape;364;p30"/>
            <p:cNvSpPr/>
            <p:nvPr/>
          </p:nvSpPr>
          <p:spPr>
            <a:xfrm rot="-5400000">
              <a:off x="507453"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5" name="Google Shape;365;p30"/>
            <p:cNvSpPr/>
            <p:nvPr/>
          </p:nvSpPr>
          <p:spPr>
            <a:xfrm rot="-5400000">
              <a:off x="1015503"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66" name="Google Shape;366;p30"/>
            <p:cNvSpPr/>
            <p:nvPr/>
          </p:nvSpPr>
          <p:spPr>
            <a:xfrm rot="-5400000">
              <a:off x="2031603"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67" name="Google Shape;367;p30"/>
            <p:cNvSpPr/>
            <p:nvPr/>
          </p:nvSpPr>
          <p:spPr>
            <a:xfrm rot="-5400000">
              <a:off x="35557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8" name="Google Shape;368;p30"/>
            <p:cNvSpPr/>
            <p:nvPr/>
          </p:nvSpPr>
          <p:spPr>
            <a:xfrm rot="-5400000">
              <a:off x="2539653"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9" name="Google Shape;369;p30"/>
            <p:cNvSpPr/>
            <p:nvPr/>
          </p:nvSpPr>
          <p:spPr>
            <a:xfrm rot="-5400000">
              <a:off x="30477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70" name="Google Shape;370;p30"/>
            <p:cNvSpPr/>
            <p:nvPr/>
          </p:nvSpPr>
          <p:spPr>
            <a:xfrm rot="-5400000">
              <a:off x="40638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71" name="Google Shape;371;p30"/>
            <p:cNvSpPr/>
            <p:nvPr/>
          </p:nvSpPr>
          <p:spPr>
            <a:xfrm rot="-5400000">
              <a:off x="45718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2" name="Google Shape;372;p30"/>
            <p:cNvSpPr/>
            <p:nvPr/>
          </p:nvSpPr>
          <p:spPr>
            <a:xfrm rot="-5400000">
              <a:off x="50799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73" name="Google Shape;373;p30"/>
            <p:cNvSpPr/>
            <p:nvPr/>
          </p:nvSpPr>
          <p:spPr>
            <a:xfrm rot="-5400000">
              <a:off x="55879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4" name="Google Shape;374;p30"/>
            <p:cNvSpPr/>
            <p:nvPr/>
          </p:nvSpPr>
          <p:spPr>
            <a:xfrm rot="-5400000">
              <a:off x="60960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75" name="Google Shape;375;p30"/>
            <p:cNvSpPr/>
            <p:nvPr/>
          </p:nvSpPr>
          <p:spPr>
            <a:xfrm rot="-5400000">
              <a:off x="66040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30"/>
            <p:cNvSpPr/>
            <p:nvPr/>
          </p:nvSpPr>
          <p:spPr>
            <a:xfrm rot="-5400000">
              <a:off x="71121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77" name="Google Shape;377;p30"/>
            <p:cNvSpPr/>
            <p:nvPr/>
          </p:nvSpPr>
          <p:spPr>
            <a:xfrm rot="-5400000">
              <a:off x="76201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8" name="Google Shape;378;p30"/>
            <p:cNvSpPr/>
            <p:nvPr/>
          </p:nvSpPr>
          <p:spPr>
            <a:xfrm rot="-5400000">
              <a:off x="8128204" y="4635496"/>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79" name="Google Shape;379;p30"/>
            <p:cNvSpPr/>
            <p:nvPr/>
          </p:nvSpPr>
          <p:spPr>
            <a:xfrm rot="-5400000">
              <a:off x="8636254" y="4635496"/>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30"/>
            <p:cNvSpPr/>
            <p:nvPr/>
          </p:nvSpPr>
          <p:spPr>
            <a:xfrm>
              <a:off x="-300" y="1030152"/>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30"/>
            <p:cNvSpPr/>
            <p:nvPr/>
          </p:nvSpPr>
          <p:spPr>
            <a:xfrm>
              <a:off x="-300" y="0"/>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30"/>
            <p:cNvSpPr/>
            <p:nvPr/>
          </p:nvSpPr>
          <p:spPr>
            <a:xfrm>
              <a:off x="-300" y="504275"/>
              <a:ext cx="507900" cy="525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83" name="Google Shape;383;p30"/>
            <p:cNvSpPr/>
            <p:nvPr/>
          </p:nvSpPr>
          <p:spPr>
            <a:xfrm>
              <a:off x="-300" y="1545228"/>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84" name="Google Shape;384;p30"/>
            <p:cNvSpPr/>
            <p:nvPr/>
          </p:nvSpPr>
          <p:spPr>
            <a:xfrm>
              <a:off x="-300" y="3090456"/>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5" name="Google Shape;385;p30"/>
            <p:cNvSpPr/>
            <p:nvPr/>
          </p:nvSpPr>
          <p:spPr>
            <a:xfrm>
              <a:off x="-300" y="2060304"/>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6" name="Google Shape;386;p30"/>
            <p:cNvSpPr/>
            <p:nvPr/>
          </p:nvSpPr>
          <p:spPr>
            <a:xfrm>
              <a:off x="-300" y="2575380"/>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87" name="Google Shape;387;p30"/>
            <p:cNvSpPr/>
            <p:nvPr/>
          </p:nvSpPr>
          <p:spPr>
            <a:xfrm>
              <a:off x="-300" y="3605532"/>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88" name="Google Shape;388;p30"/>
            <p:cNvSpPr/>
            <p:nvPr/>
          </p:nvSpPr>
          <p:spPr>
            <a:xfrm>
              <a:off x="-300" y="4120608"/>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30"/>
            <p:cNvSpPr/>
            <p:nvPr/>
          </p:nvSpPr>
          <p:spPr>
            <a:xfrm>
              <a:off x="507600" y="57"/>
              <a:ext cx="507300" cy="5076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90" name="Google Shape;390;p30"/>
            <p:cNvSpPr/>
            <p:nvPr/>
          </p:nvSpPr>
          <p:spPr>
            <a:xfrm rot="-5400000">
              <a:off x="2031153"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1" name="Google Shape;391;p30"/>
            <p:cNvSpPr/>
            <p:nvPr/>
          </p:nvSpPr>
          <p:spPr>
            <a:xfrm rot="-5400000">
              <a:off x="1015053"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2" name="Google Shape;392;p30"/>
            <p:cNvSpPr/>
            <p:nvPr/>
          </p:nvSpPr>
          <p:spPr>
            <a:xfrm rot="-5400000">
              <a:off x="1523103"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93" name="Google Shape;393;p30"/>
            <p:cNvSpPr/>
            <p:nvPr/>
          </p:nvSpPr>
          <p:spPr>
            <a:xfrm rot="-5400000">
              <a:off x="2539203"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94" name="Google Shape;394;p30"/>
            <p:cNvSpPr/>
            <p:nvPr/>
          </p:nvSpPr>
          <p:spPr>
            <a:xfrm rot="-5400000">
              <a:off x="40633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5" name="Google Shape;395;p30"/>
            <p:cNvSpPr/>
            <p:nvPr/>
          </p:nvSpPr>
          <p:spPr>
            <a:xfrm rot="-5400000">
              <a:off x="3047253"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6" name="Google Shape;396;p30"/>
            <p:cNvSpPr/>
            <p:nvPr/>
          </p:nvSpPr>
          <p:spPr>
            <a:xfrm rot="-5400000">
              <a:off x="35553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97" name="Google Shape;397;p30"/>
            <p:cNvSpPr/>
            <p:nvPr/>
          </p:nvSpPr>
          <p:spPr>
            <a:xfrm rot="-5400000">
              <a:off x="45714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398" name="Google Shape;398;p30"/>
            <p:cNvSpPr/>
            <p:nvPr/>
          </p:nvSpPr>
          <p:spPr>
            <a:xfrm rot="-5400000">
              <a:off x="50794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9" name="Google Shape;399;p30"/>
            <p:cNvSpPr/>
            <p:nvPr/>
          </p:nvSpPr>
          <p:spPr>
            <a:xfrm rot="-5400000">
              <a:off x="55875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0" name="Google Shape;400;p30"/>
            <p:cNvSpPr/>
            <p:nvPr/>
          </p:nvSpPr>
          <p:spPr>
            <a:xfrm rot="-5400000">
              <a:off x="60955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1" name="Google Shape;401;p30"/>
            <p:cNvSpPr/>
            <p:nvPr/>
          </p:nvSpPr>
          <p:spPr>
            <a:xfrm rot="-5400000">
              <a:off x="66036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2" name="Google Shape;402;p30"/>
            <p:cNvSpPr/>
            <p:nvPr/>
          </p:nvSpPr>
          <p:spPr>
            <a:xfrm rot="-5400000">
              <a:off x="71116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3" name="Google Shape;403;p30"/>
            <p:cNvSpPr/>
            <p:nvPr/>
          </p:nvSpPr>
          <p:spPr>
            <a:xfrm rot="-5400000">
              <a:off x="7619704" y="-254"/>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4" name="Google Shape;404;p30"/>
            <p:cNvSpPr/>
            <p:nvPr/>
          </p:nvSpPr>
          <p:spPr>
            <a:xfrm rot="-5400000">
              <a:off x="8127754" y="-254"/>
              <a:ext cx="507600" cy="507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5" name="Google Shape;405;p30"/>
            <p:cNvSpPr/>
            <p:nvPr/>
          </p:nvSpPr>
          <p:spPr>
            <a:xfrm rot="-5400000">
              <a:off x="8635804" y="-238"/>
              <a:ext cx="507600" cy="5079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6" name="Google Shape;406;p30"/>
            <p:cNvSpPr/>
            <p:nvPr/>
          </p:nvSpPr>
          <p:spPr>
            <a:xfrm rot="10800000">
              <a:off x="8636100" y="3605532"/>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30"/>
            <p:cNvSpPr/>
            <p:nvPr/>
          </p:nvSpPr>
          <p:spPr>
            <a:xfrm rot="10800000">
              <a:off x="8636100" y="4120608"/>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8" name="Google Shape;408;p30"/>
            <p:cNvSpPr/>
            <p:nvPr/>
          </p:nvSpPr>
          <p:spPr>
            <a:xfrm rot="10800000">
              <a:off x="8636100" y="3090456"/>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09" name="Google Shape;409;p30"/>
            <p:cNvSpPr/>
            <p:nvPr/>
          </p:nvSpPr>
          <p:spPr>
            <a:xfrm rot="10800000">
              <a:off x="8636100" y="1545228"/>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0" name="Google Shape;410;p30"/>
            <p:cNvSpPr/>
            <p:nvPr/>
          </p:nvSpPr>
          <p:spPr>
            <a:xfrm rot="10800000">
              <a:off x="8636100" y="2575380"/>
              <a:ext cx="507900" cy="515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30"/>
            <p:cNvSpPr/>
            <p:nvPr/>
          </p:nvSpPr>
          <p:spPr>
            <a:xfrm rot="10800000">
              <a:off x="8636100" y="2060304"/>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12" name="Google Shape;412;p30"/>
            <p:cNvSpPr/>
            <p:nvPr/>
          </p:nvSpPr>
          <p:spPr>
            <a:xfrm rot="10800000">
              <a:off x="8636100" y="1030152"/>
              <a:ext cx="507900" cy="515100"/>
            </a:xfrm>
            <a:prstGeom prst="rect">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413" name="Google Shape;413;p30"/>
            <p:cNvSpPr/>
            <p:nvPr/>
          </p:nvSpPr>
          <p:spPr>
            <a:xfrm rot="10800000">
              <a:off x="8636100" y="504275"/>
              <a:ext cx="507900" cy="5259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414" name="Google Shape;414;p30"/>
          <p:cNvSpPr txBox="1"/>
          <p:nvPr>
            <p:ph type="title"/>
          </p:nvPr>
        </p:nvSpPr>
        <p:spPr>
          <a:xfrm>
            <a:off x="1319000" y="942200"/>
            <a:ext cx="6660900" cy="11232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5" name="Google Shape;415;p30"/>
          <p:cNvSpPr txBox="1"/>
          <p:nvPr>
            <p:ph idx="1" type="body"/>
          </p:nvPr>
        </p:nvSpPr>
        <p:spPr>
          <a:xfrm>
            <a:off x="885050" y="2505325"/>
            <a:ext cx="7528800" cy="172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TITLE_ONLY_3">
    <p:spTree>
      <p:nvGrpSpPr>
        <p:cNvPr id="416" name="Shape 416"/>
        <p:cNvGrpSpPr/>
        <p:nvPr/>
      </p:nvGrpSpPr>
      <p:grpSpPr>
        <a:xfrm>
          <a:off x="0" y="0"/>
          <a:ext cx="0" cy="0"/>
          <a:chOff x="0" y="0"/>
          <a:chExt cx="0" cy="0"/>
        </a:xfrm>
      </p:grpSpPr>
      <p:sp>
        <p:nvSpPr>
          <p:cNvPr id="417" name="Google Shape;417;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418" name="Google Shape;418;p31"/>
          <p:cNvGrpSpPr/>
          <p:nvPr/>
        </p:nvGrpSpPr>
        <p:grpSpPr>
          <a:xfrm>
            <a:off x="0" y="-125"/>
            <a:ext cx="9144300" cy="5143500"/>
            <a:chOff x="0" y="-125"/>
            <a:chExt cx="9144300" cy="5143500"/>
          </a:xfrm>
        </p:grpSpPr>
        <p:sp>
          <p:nvSpPr>
            <p:cNvPr id="419" name="Google Shape;419;p31"/>
            <p:cNvSpPr/>
            <p:nvPr/>
          </p:nvSpPr>
          <p:spPr>
            <a:xfrm>
              <a:off x="0" y="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20" name="Google Shape;420;p31"/>
            <p:cNvSpPr/>
            <p:nvPr/>
          </p:nvSpPr>
          <p:spPr>
            <a:xfrm>
              <a:off x="0" y="505180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21" name="Google Shape;421;p31"/>
            <p:cNvSpPr/>
            <p:nvPr/>
          </p:nvSpPr>
          <p:spPr>
            <a:xfrm rot="-5400000">
              <a:off x="-25260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22" name="Google Shape;422;p31"/>
            <p:cNvSpPr/>
            <p:nvPr/>
          </p:nvSpPr>
          <p:spPr>
            <a:xfrm rot="-5400000">
              <a:off x="65268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423" name="Google Shape;423;p31"/>
          <p:cNvSpPr txBox="1"/>
          <p:nvPr>
            <p:ph type="title"/>
          </p:nvPr>
        </p:nvSpPr>
        <p:spPr>
          <a:xfrm>
            <a:off x="433550" y="541825"/>
            <a:ext cx="8316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ONLY_3_1">
    <p:spTree>
      <p:nvGrpSpPr>
        <p:cNvPr id="424" name="Shape 424"/>
        <p:cNvGrpSpPr/>
        <p:nvPr/>
      </p:nvGrpSpPr>
      <p:grpSpPr>
        <a:xfrm>
          <a:off x="0" y="0"/>
          <a:ext cx="0" cy="0"/>
          <a:chOff x="0" y="0"/>
          <a:chExt cx="0" cy="0"/>
        </a:xfrm>
      </p:grpSpPr>
      <p:sp>
        <p:nvSpPr>
          <p:cNvPr id="425" name="Google Shape;425;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426" name="Google Shape;426;p32"/>
          <p:cNvGrpSpPr/>
          <p:nvPr/>
        </p:nvGrpSpPr>
        <p:grpSpPr>
          <a:xfrm>
            <a:off x="0" y="-125"/>
            <a:ext cx="9144300" cy="5143500"/>
            <a:chOff x="0" y="-125"/>
            <a:chExt cx="9144300" cy="5143500"/>
          </a:xfrm>
        </p:grpSpPr>
        <p:sp>
          <p:nvSpPr>
            <p:cNvPr id="427" name="Google Shape;427;p32"/>
            <p:cNvSpPr/>
            <p:nvPr/>
          </p:nvSpPr>
          <p:spPr>
            <a:xfrm>
              <a:off x="0" y="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28" name="Google Shape;428;p32"/>
            <p:cNvSpPr/>
            <p:nvPr/>
          </p:nvSpPr>
          <p:spPr>
            <a:xfrm>
              <a:off x="0" y="505180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29" name="Google Shape;429;p32"/>
            <p:cNvSpPr/>
            <p:nvPr/>
          </p:nvSpPr>
          <p:spPr>
            <a:xfrm rot="-5400000">
              <a:off x="-25260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30" name="Google Shape;430;p32"/>
            <p:cNvSpPr/>
            <p:nvPr/>
          </p:nvSpPr>
          <p:spPr>
            <a:xfrm rot="-5400000">
              <a:off x="65268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431" name="Google Shape;431;p32"/>
          <p:cNvSpPr txBox="1"/>
          <p:nvPr>
            <p:ph type="title"/>
          </p:nvPr>
        </p:nvSpPr>
        <p:spPr>
          <a:xfrm>
            <a:off x="433550" y="541825"/>
            <a:ext cx="8316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2" name="Google Shape;432;p32"/>
          <p:cNvSpPr txBox="1"/>
          <p:nvPr>
            <p:ph idx="1" type="body"/>
          </p:nvPr>
        </p:nvSpPr>
        <p:spPr>
          <a:xfrm>
            <a:off x="599900" y="149267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ONLY_3_1_1">
    <p:spTree>
      <p:nvGrpSpPr>
        <p:cNvPr id="433" name="Shape 433"/>
        <p:cNvGrpSpPr/>
        <p:nvPr/>
      </p:nvGrpSpPr>
      <p:grpSpPr>
        <a:xfrm>
          <a:off x="0" y="0"/>
          <a:ext cx="0" cy="0"/>
          <a:chOff x="0" y="0"/>
          <a:chExt cx="0" cy="0"/>
        </a:xfrm>
      </p:grpSpPr>
      <p:sp>
        <p:nvSpPr>
          <p:cNvPr id="434" name="Google Shape;434;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435" name="Google Shape;435;p33"/>
          <p:cNvGrpSpPr/>
          <p:nvPr/>
        </p:nvGrpSpPr>
        <p:grpSpPr>
          <a:xfrm>
            <a:off x="0" y="-125"/>
            <a:ext cx="9144300" cy="5143500"/>
            <a:chOff x="0" y="-125"/>
            <a:chExt cx="9144300" cy="5143500"/>
          </a:xfrm>
        </p:grpSpPr>
        <p:sp>
          <p:nvSpPr>
            <p:cNvPr id="436" name="Google Shape;436;p33"/>
            <p:cNvSpPr/>
            <p:nvPr/>
          </p:nvSpPr>
          <p:spPr>
            <a:xfrm>
              <a:off x="0" y="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37" name="Google Shape;437;p33"/>
            <p:cNvSpPr/>
            <p:nvPr/>
          </p:nvSpPr>
          <p:spPr>
            <a:xfrm>
              <a:off x="0" y="505180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38" name="Google Shape;438;p33"/>
            <p:cNvSpPr/>
            <p:nvPr/>
          </p:nvSpPr>
          <p:spPr>
            <a:xfrm rot="-5400000">
              <a:off x="-25260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39" name="Google Shape;439;p33"/>
            <p:cNvSpPr/>
            <p:nvPr/>
          </p:nvSpPr>
          <p:spPr>
            <a:xfrm rot="-5400000">
              <a:off x="65268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440" name="Google Shape;440;p33"/>
          <p:cNvSpPr txBox="1"/>
          <p:nvPr>
            <p:ph type="title"/>
          </p:nvPr>
        </p:nvSpPr>
        <p:spPr>
          <a:xfrm>
            <a:off x="433550" y="541825"/>
            <a:ext cx="8316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41" name="Google Shape;441;p33"/>
          <p:cNvSpPr txBox="1"/>
          <p:nvPr>
            <p:ph idx="1" type="body"/>
          </p:nvPr>
        </p:nvSpPr>
        <p:spPr>
          <a:xfrm>
            <a:off x="599900" y="149267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42" name="Google Shape;442;p33"/>
          <p:cNvSpPr txBox="1"/>
          <p:nvPr>
            <p:ph idx="2" type="body"/>
          </p:nvPr>
        </p:nvSpPr>
        <p:spPr>
          <a:xfrm>
            <a:off x="4853300" y="1492675"/>
            <a:ext cx="3755400" cy="2157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TITLE_ONLY_2">
    <p:spTree>
      <p:nvGrpSpPr>
        <p:cNvPr id="443" name="Shape 443"/>
        <p:cNvGrpSpPr/>
        <p:nvPr/>
      </p:nvGrpSpPr>
      <p:grpSpPr>
        <a:xfrm>
          <a:off x="0" y="0"/>
          <a:ext cx="0" cy="0"/>
          <a:chOff x="0" y="0"/>
          <a:chExt cx="0" cy="0"/>
        </a:xfrm>
      </p:grpSpPr>
      <p:sp>
        <p:nvSpPr>
          <p:cNvPr id="444" name="Google Shape;444;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445" name="Google Shape;445;p34"/>
          <p:cNvGrpSpPr/>
          <p:nvPr/>
        </p:nvGrpSpPr>
        <p:grpSpPr>
          <a:xfrm>
            <a:off x="0" y="-125"/>
            <a:ext cx="9144300" cy="5143500"/>
            <a:chOff x="0" y="-125"/>
            <a:chExt cx="9144300" cy="5143500"/>
          </a:xfrm>
        </p:grpSpPr>
        <p:sp>
          <p:nvSpPr>
            <p:cNvPr id="446" name="Google Shape;446;p34"/>
            <p:cNvSpPr/>
            <p:nvPr/>
          </p:nvSpPr>
          <p:spPr>
            <a:xfrm>
              <a:off x="0" y="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47" name="Google Shape;447;p34"/>
            <p:cNvSpPr/>
            <p:nvPr/>
          </p:nvSpPr>
          <p:spPr>
            <a:xfrm>
              <a:off x="0" y="505180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48" name="Google Shape;448;p34"/>
            <p:cNvSpPr/>
            <p:nvPr/>
          </p:nvSpPr>
          <p:spPr>
            <a:xfrm rot="-5400000">
              <a:off x="-25260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49" name="Google Shape;449;p34"/>
            <p:cNvSpPr/>
            <p:nvPr/>
          </p:nvSpPr>
          <p:spPr>
            <a:xfrm rot="-5400000">
              <a:off x="65268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TITLE_ONLY_2_1">
    <p:spTree>
      <p:nvGrpSpPr>
        <p:cNvPr id="450" name="Shape 450"/>
        <p:cNvGrpSpPr/>
        <p:nvPr/>
      </p:nvGrpSpPr>
      <p:grpSpPr>
        <a:xfrm>
          <a:off x="0" y="0"/>
          <a:ext cx="0" cy="0"/>
          <a:chOff x="0" y="0"/>
          <a:chExt cx="0" cy="0"/>
        </a:xfrm>
      </p:grpSpPr>
      <p:sp>
        <p:nvSpPr>
          <p:cNvPr id="451" name="Google Shape;451;p35"/>
          <p:cNvSpPr/>
          <p:nvPr>
            <p:ph idx="2" type="pic"/>
          </p:nvPr>
        </p:nvSpPr>
        <p:spPr>
          <a:xfrm>
            <a:off x="86925" y="86600"/>
            <a:ext cx="8970600" cy="4970100"/>
          </a:xfrm>
          <a:prstGeom prst="rect">
            <a:avLst/>
          </a:prstGeom>
          <a:noFill/>
          <a:ln>
            <a:noFill/>
          </a:ln>
        </p:spPr>
      </p:sp>
      <p:sp>
        <p:nvSpPr>
          <p:cNvPr id="452" name="Google Shape;452;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453" name="Google Shape;453;p35"/>
          <p:cNvGrpSpPr/>
          <p:nvPr/>
        </p:nvGrpSpPr>
        <p:grpSpPr>
          <a:xfrm>
            <a:off x="0" y="-125"/>
            <a:ext cx="9144300" cy="5143500"/>
            <a:chOff x="0" y="-125"/>
            <a:chExt cx="9144300" cy="5143500"/>
          </a:xfrm>
        </p:grpSpPr>
        <p:sp>
          <p:nvSpPr>
            <p:cNvPr id="454" name="Google Shape;454;p35"/>
            <p:cNvSpPr/>
            <p:nvPr/>
          </p:nvSpPr>
          <p:spPr>
            <a:xfrm>
              <a:off x="0" y="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55" name="Google Shape;455;p35"/>
            <p:cNvSpPr/>
            <p:nvPr/>
          </p:nvSpPr>
          <p:spPr>
            <a:xfrm>
              <a:off x="0" y="505180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56" name="Google Shape;456;p35"/>
            <p:cNvSpPr/>
            <p:nvPr/>
          </p:nvSpPr>
          <p:spPr>
            <a:xfrm rot="-5400000">
              <a:off x="-25260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57" name="Google Shape;457;p35"/>
            <p:cNvSpPr/>
            <p:nvPr/>
          </p:nvSpPr>
          <p:spPr>
            <a:xfrm rot="-5400000">
              <a:off x="65268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ONLY_2_1_1">
    <p:spTree>
      <p:nvGrpSpPr>
        <p:cNvPr id="458" name="Shape 458"/>
        <p:cNvGrpSpPr/>
        <p:nvPr/>
      </p:nvGrpSpPr>
      <p:grpSpPr>
        <a:xfrm>
          <a:off x="0" y="0"/>
          <a:ext cx="0" cy="0"/>
          <a:chOff x="0" y="0"/>
          <a:chExt cx="0" cy="0"/>
        </a:xfrm>
      </p:grpSpPr>
      <p:grpSp>
        <p:nvGrpSpPr>
          <p:cNvPr id="459" name="Google Shape;459;p36"/>
          <p:cNvGrpSpPr/>
          <p:nvPr/>
        </p:nvGrpSpPr>
        <p:grpSpPr>
          <a:xfrm>
            <a:off x="0" y="-125"/>
            <a:ext cx="9144300" cy="5143500"/>
            <a:chOff x="0" y="-125"/>
            <a:chExt cx="9144300" cy="5143500"/>
          </a:xfrm>
        </p:grpSpPr>
        <p:sp>
          <p:nvSpPr>
            <p:cNvPr id="460" name="Google Shape;460;p36"/>
            <p:cNvSpPr/>
            <p:nvPr/>
          </p:nvSpPr>
          <p:spPr>
            <a:xfrm>
              <a:off x="0" y="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61" name="Google Shape;461;p36"/>
            <p:cNvSpPr/>
            <p:nvPr/>
          </p:nvSpPr>
          <p:spPr>
            <a:xfrm>
              <a:off x="0" y="5051800"/>
              <a:ext cx="91440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62" name="Google Shape;462;p36"/>
            <p:cNvSpPr/>
            <p:nvPr/>
          </p:nvSpPr>
          <p:spPr>
            <a:xfrm rot="-5400000">
              <a:off x="-25260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63" name="Google Shape;463;p36"/>
            <p:cNvSpPr/>
            <p:nvPr/>
          </p:nvSpPr>
          <p:spPr>
            <a:xfrm rot="-5400000">
              <a:off x="6526800" y="2525875"/>
              <a:ext cx="5143500" cy="9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464" name="Google Shape;46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65" name="Google Shape;465;p36"/>
          <p:cNvSpPr/>
          <p:nvPr/>
        </p:nvSpPr>
        <p:spPr>
          <a:xfrm>
            <a:off x="93700" y="1076175"/>
            <a:ext cx="2991600" cy="132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66" name="Google Shape;466;p36"/>
          <p:cNvSpPr/>
          <p:nvPr/>
        </p:nvSpPr>
        <p:spPr>
          <a:xfrm>
            <a:off x="3085137" y="1076175"/>
            <a:ext cx="2991600" cy="132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67" name="Google Shape;467;p36"/>
          <p:cNvSpPr/>
          <p:nvPr/>
        </p:nvSpPr>
        <p:spPr>
          <a:xfrm>
            <a:off x="6076575" y="1076175"/>
            <a:ext cx="2991600" cy="132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68" name="Google Shape;468;p36"/>
          <p:cNvSpPr/>
          <p:nvPr/>
        </p:nvSpPr>
        <p:spPr>
          <a:xfrm>
            <a:off x="93700" y="2403242"/>
            <a:ext cx="2991600" cy="132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69" name="Google Shape;469;p36"/>
          <p:cNvSpPr/>
          <p:nvPr/>
        </p:nvSpPr>
        <p:spPr>
          <a:xfrm>
            <a:off x="3085137" y="2403242"/>
            <a:ext cx="2991600" cy="132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70" name="Google Shape;470;p36"/>
          <p:cNvSpPr/>
          <p:nvPr/>
        </p:nvSpPr>
        <p:spPr>
          <a:xfrm>
            <a:off x="6076575" y="2403242"/>
            <a:ext cx="2991600" cy="132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71" name="Google Shape;471;p36"/>
          <p:cNvSpPr/>
          <p:nvPr/>
        </p:nvSpPr>
        <p:spPr>
          <a:xfrm>
            <a:off x="93700" y="3729768"/>
            <a:ext cx="2991600" cy="132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72" name="Google Shape;472;p36"/>
          <p:cNvSpPr/>
          <p:nvPr/>
        </p:nvSpPr>
        <p:spPr>
          <a:xfrm>
            <a:off x="3085137" y="3729768"/>
            <a:ext cx="2991600" cy="132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73" name="Google Shape;473;p36"/>
          <p:cNvSpPr/>
          <p:nvPr/>
        </p:nvSpPr>
        <p:spPr>
          <a:xfrm>
            <a:off x="6076575" y="3729768"/>
            <a:ext cx="2991600" cy="132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474" name="Google Shape;474;p36"/>
          <p:cNvSpPr txBox="1"/>
          <p:nvPr>
            <p:ph type="title"/>
          </p:nvPr>
        </p:nvSpPr>
        <p:spPr>
          <a:xfrm>
            <a:off x="408650" y="193950"/>
            <a:ext cx="83319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75" name="Google Shape;475;p36"/>
          <p:cNvSpPr/>
          <p:nvPr>
            <p:ph idx="2" type="pic"/>
          </p:nvPr>
        </p:nvSpPr>
        <p:spPr>
          <a:xfrm>
            <a:off x="205750" y="1171125"/>
            <a:ext cx="2745900" cy="1122000"/>
          </a:xfrm>
          <a:prstGeom prst="rect">
            <a:avLst/>
          </a:prstGeom>
          <a:noFill/>
          <a:ln>
            <a:noFill/>
          </a:ln>
        </p:spPr>
      </p:sp>
      <p:sp>
        <p:nvSpPr>
          <p:cNvPr id="476" name="Google Shape;476;p36"/>
          <p:cNvSpPr/>
          <p:nvPr>
            <p:ph idx="3" type="pic"/>
          </p:nvPr>
        </p:nvSpPr>
        <p:spPr>
          <a:xfrm>
            <a:off x="3207988" y="1171125"/>
            <a:ext cx="2745900" cy="1122000"/>
          </a:xfrm>
          <a:prstGeom prst="rect">
            <a:avLst/>
          </a:prstGeom>
          <a:noFill/>
          <a:ln>
            <a:noFill/>
          </a:ln>
        </p:spPr>
      </p:sp>
      <p:sp>
        <p:nvSpPr>
          <p:cNvPr id="477" name="Google Shape;477;p36"/>
          <p:cNvSpPr/>
          <p:nvPr>
            <p:ph idx="4" type="pic"/>
          </p:nvPr>
        </p:nvSpPr>
        <p:spPr>
          <a:xfrm>
            <a:off x="6210188" y="1171125"/>
            <a:ext cx="2745900" cy="1122000"/>
          </a:xfrm>
          <a:prstGeom prst="rect">
            <a:avLst/>
          </a:prstGeom>
          <a:noFill/>
          <a:ln>
            <a:noFill/>
          </a:ln>
        </p:spPr>
      </p:sp>
      <p:sp>
        <p:nvSpPr>
          <p:cNvPr id="478" name="Google Shape;478;p36"/>
          <p:cNvSpPr/>
          <p:nvPr>
            <p:ph idx="5" type="pic"/>
          </p:nvPr>
        </p:nvSpPr>
        <p:spPr>
          <a:xfrm>
            <a:off x="205750" y="2505575"/>
            <a:ext cx="2745900" cy="1122000"/>
          </a:xfrm>
          <a:prstGeom prst="rect">
            <a:avLst/>
          </a:prstGeom>
          <a:noFill/>
          <a:ln>
            <a:noFill/>
          </a:ln>
        </p:spPr>
      </p:sp>
      <p:sp>
        <p:nvSpPr>
          <p:cNvPr id="479" name="Google Shape;479;p36"/>
          <p:cNvSpPr/>
          <p:nvPr>
            <p:ph idx="6" type="pic"/>
          </p:nvPr>
        </p:nvSpPr>
        <p:spPr>
          <a:xfrm>
            <a:off x="3207988" y="2505575"/>
            <a:ext cx="2745900" cy="1122000"/>
          </a:xfrm>
          <a:prstGeom prst="rect">
            <a:avLst/>
          </a:prstGeom>
          <a:noFill/>
          <a:ln>
            <a:noFill/>
          </a:ln>
        </p:spPr>
      </p:sp>
      <p:sp>
        <p:nvSpPr>
          <p:cNvPr id="480" name="Google Shape;480;p36"/>
          <p:cNvSpPr/>
          <p:nvPr>
            <p:ph idx="7" type="pic"/>
          </p:nvPr>
        </p:nvSpPr>
        <p:spPr>
          <a:xfrm>
            <a:off x="6210188" y="2505575"/>
            <a:ext cx="2745900" cy="1122000"/>
          </a:xfrm>
          <a:prstGeom prst="rect">
            <a:avLst/>
          </a:prstGeom>
          <a:noFill/>
          <a:ln>
            <a:noFill/>
          </a:ln>
        </p:spPr>
      </p:sp>
      <p:sp>
        <p:nvSpPr>
          <p:cNvPr id="481" name="Google Shape;481;p36"/>
          <p:cNvSpPr/>
          <p:nvPr>
            <p:ph idx="8" type="pic"/>
          </p:nvPr>
        </p:nvSpPr>
        <p:spPr>
          <a:xfrm>
            <a:off x="205750" y="3840575"/>
            <a:ext cx="2745900" cy="1122000"/>
          </a:xfrm>
          <a:prstGeom prst="rect">
            <a:avLst/>
          </a:prstGeom>
          <a:noFill/>
          <a:ln>
            <a:noFill/>
          </a:ln>
        </p:spPr>
      </p:sp>
      <p:sp>
        <p:nvSpPr>
          <p:cNvPr id="482" name="Google Shape;482;p36"/>
          <p:cNvSpPr/>
          <p:nvPr>
            <p:ph idx="9" type="pic"/>
          </p:nvPr>
        </p:nvSpPr>
        <p:spPr>
          <a:xfrm>
            <a:off x="3207988" y="3840575"/>
            <a:ext cx="2745900" cy="1122000"/>
          </a:xfrm>
          <a:prstGeom prst="rect">
            <a:avLst/>
          </a:prstGeom>
          <a:noFill/>
          <a:ln>
            <a:noFill/>
          </a:ln>
        </p:spPr>
      </p:sp>
      <p:sp>
        <p:nvSpPr>
          <p:cNvPr id="483" name="Google Shape;483;p36"/>
          <p:cNvSpPr/>
          <p:nvPr>
            <p:ph idx="13" type="pic"/>
          </p:nvPr>
        </p:nvSpPr>
        <p:spPr>
          <a:xfrm>
            <a:off x="6210188" y="3840575"/>
            <a:ext cx="2745900" cy="11220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ONLY_1">
    <p:spTree>
      <p:nvGrpSpPr>
        <p:cNvPr id="484" name="Shape 484"/>
        <p:cNvGrpSpPr/>
        <p:nvPr/>
      </p:nvGrpSpPr>
      <p:grpSpPr>
        <a:xfrm>
          <a:off x="0" y="0"/>
          <a:ext cx="0" cy="0"/>
          <a:chOff x="0" y="0"/>
          <a:chExt cx="0" cy="0"/>
        </a:xfrm>
      </p:grpSpPr>
      <p:sp>
        <p:nvSpPr>
          <p:cNvPr id="485" name="Google Shape;485;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486" name="Google Shape;486;p37"/>
          <p:cNvGrpSpPr/>
          <p:nvPr/>
        </p:nvGrpSpPr>
        <p:grpSpPr>
          <a:xfrm>
            <a:off x="0" y="-125"/>
            <a:ext cx="9144300" cy="5143500"/>
            <a:chOff x="0" y="-125"/>
            <a:chExt cx="9144300" cy="5143500"/>
          </a:xfrm>
        </p:grpSpPr>
        <p:sp>
          <p:nvSpPr>
            <p:cNvPr id="487" name="Google Shape;487;p37"/>
            <p:cNvSpPr/>
            <p:nvPr/>
          </p:nvSpPr>
          <p:spPr>
            <a:xfrm>
              <a:off x="0" y="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88" name="Google Shape;488;p37"/>
            <p:cNvSpPr/>
            <p:nvPr/>
          </p:nvSpPr>
          <p:spPr>
            <a:xfrm>
              <a:off x="0" y="505180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89" name="Google Shape;489;p37"/>
            <p:cNvSpPr/>
            <p:nvPr/>
          </p:nvSpPr>
          <p:spPr>
            <a:xfrm rot="-5400000">
              <a:off x="-25260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90" name="Google Shape;490;p37"/>
            <p:cNvSpPr/>
            <p:nvPr/>
          </p:nvSpPr>
          <p:spPr>
            <a:xfrm rot="-5400000">
              <a:off x="65268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491" name="Google Shape;491;p37"/>
          <p:cNvSpPr txBox="1"/>
          <p:nvPr>
            <p:ph type="title"/>
          </p:nvPr>
        </p:nvSpPr>
        <p:spPr>
          <a:xfrm>
            <a:off x="433550" y="541825"/>
            <a:ext cx="8316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ONLY_1_1_2">
    <p:spTree>
      <p:nvGrpSpPr>
        <p:cNvPr id="492" name="Shape 492"/>
        <p:cNvGrpSpPr/>
        <p:nvPr/>
      </p:nvGrpSpPr>
      <p:grpSpPr>
        <a:xfrm>
          <a:off x="0" y="0"/>
          <a:ext cx="0" cy="0"/>
          <a:chOff x="0" y="0"/>
          <a:chExt cx="0" cy="0"/>
        </a:xfrm>
      </p:grpSpPr>
      <p:sp>
        <p:nvSpPr>
          <p:cNvPr id="493" name="Google Shape;493;p38"/>
          <p:cNvSpPr/>
          <p:nvPr/>
        </p:nvSpPr>
        <p:spPr>
          <a:xfrm>
            <a:off x="332700" y="1182025"/>
            <a:ext cx="4239300" cy="12051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t" bIns="182875" lIns="182875" spcFirstLastPara="1" rIns="182875" wrap="square" tIns="182875">
            <a:noAutofit/>
          </a:bodyPr>
          <a:lstStyle/>
          <a:p>
            <a:pPr indent="0" lvl="0" marL="0" rtl="0" algn="l">
              <a:spcBef>
                <a:spcPts val="0"/>
              </a:spcBef>
              <a:spcAft>
                <a:spcPts val="0"/>
              </a:spcAft>
              <a:buNone/>
            </a:pPr>
            <a:r>
              <a:rPr lang="en" sz="1200">
                <a:solidFill>
                  <a:schemeClr val="accent1"/>
                </a:solidFill>
                <a:latin typeface="Lexend Light"/>
                <a:ea typeface="Lexend Light"/>
                <a:cs typeface="Lexend Light"/>
                <a:sym typeface="Lexend Light"/>
              </a:rPr>
              <a:t>Lorem ipsum dolor sit amet, consectetur adipiscing elit. Nunc vitae ultricies tortor. Pellentesque rhoncus congue mauris, vitae pretium congue nibh rutrum eget.</a:t>
            </a:r>
            <a:endParaRPr sz="1200">
              <a:solidFill>
                <a:schemeClr val="accent1"/>
              </a:solidFill>
              <a:latin typeface="Lexend Light"/>
              <a:ea typeface="Lexend Light"/>
              <a:cs typeface="Lexend Light"/>
              <a:sym typeface="Lexend Light"/>
            </a:endParaRPr>
          </a:p>
        </p:txBody>
      </p:sp>
      <p:sp>
        <p:nvSpPr>
          <p:cNvPr id="494" name="Google Shape;494;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95" name="Google Shape;495;p38"/>
          <p:cNvSpPr txBox="1"/>
          <p:nvPr>
            <p:ph type="title"/>
          </p:nvPr>
        </p:nvSpPr>
        <p:spPr>
          <a:xfrm>
            <a:off x="265500" y="297100"/>
            <a:ext cx="8471100" cy="737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6" name="Google Shape;496;p38"/>
          <p:cNvSpPr txBox="1"/>
          <p:nvPr>
            <p:ph idx="1" type="subTitle"/>
          </p:nvPr>
        </p:nvSpPr>
        <p:spPr>
          <a:xfrm>
            <a:off x="464700" y="1297480"/>
            <a:ext cx="3934200" cy="97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grpSp>
        <p:nvGrpSpPr>
          <p:cNvPr id="497" name="Google Shape;497;p38"/>
          <p:cNvGrpSpPr/>
          <p:nvPr/>
        </p:nvGrpSpPr>
        <p:grpSpPr>
          <a:xfrm>
            <a:off x="0" y="-125"/>
            <a:ext cx="9144300" cy="5143500"/>
            <a:chOff x="0" y="-125"/>
            <a:chExt cx="9144300" cy="5143500"/>
          </a:xfrm>
        </p:grpSpPr>
        <p:sp>
          <p:nvSpPr>
            <p:cNvPr id="498" name="Google Shape;498;p38"/>
            <p:cNvSpPr/>
            <p:nvPr/>
          </p:nvSpPr>
          <p:spPr>
            <a:xfrm>
              <a:off x="0" y="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499" name="Google Shape;499;p38"/>
            <p:cNvSpPr/>
            <p:nvPr/>
          </p:nvSpPr>
          <p:spPr>
            <a:xfrm>
              <a:off x="0" y="505180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500" name="Google Shape;500;p38"/>
            <p:cNvSpPr/>
            <p:nvPr/>
          </p:nvSpPr>
          <p:spPr>
            <a:xfrm rot="-5400000">
              <a:off x="-25260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501" name="Google Shape;501;p38"/>
            <p:cNvSpPr/>
            <p:nvPr/>
          </p:nvSpPr>
          <p:spPr>
            <a:xfrm rot="-5400000">
              <a:off x="65268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502" name="Google Shape;502;p38"/>
          <p:cNvSpPr/>
          <p:nvPr/>
        </p:nvSpPr>
        <p:spPr>
          <a:xfrm>
            <a:off x="4572000" y="1182025"/>
            <a:ext cx="4239300" cy="1267800"/>
          </a:xfrm>
          <a:prstGeom prst="rect">
            <a:avLst/>
          </a:prstGeom>
          <a:solidFill>
            <a:schemeClr val="accent2"/>
          </a:solidFill>
          <a:ln cap="flat" cmpd="sng" w="19050">
            <a:solidFill>
              <a:schemeClr val="accent2"/>
            </a:solidFill>
            <a:prstDash val="solid"/>
            <a:round/>
            <a:headEnd len="sm" w="sm" type="none"/>
            <a:tailEnd len="sm" w="sm" type="none"/>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accent1"/>
              </a:solidFill>
              <a:latin typeface="Lexend Light"/>
              <a:ea typeface="Lexend Light"/>
              <a:cs typeface="Lexend Light"/>
              <a:sym typeface="Lexend Light"/>
            </a:endParaRPr>
          </a:p>
        </p:txBody>
      </p:sp>
      <p:sp>
        <p:nvSpPr>
          <p:cNvPr id="503" name="Google Shape;503;p38"/>
          <p:cNvSpPr txBox="1"/>
          <p:nvPr>
            <p:ph idx="2" type="subTitle"/>
          </p:nvPr>
        </p:nvSpPr>
        <p:spPr>
          <a:xfrm>
            <a:off x="4724550" y="1297480"/>
            <a:ext cx="3934200" cy="97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04" name="Google Shape;504;p38"/>
          <p:cNvSpPr/>
          <p:nvPr/>
        </p:nvSpPr>
        <p:spPr>
          <a:xfrm>
            <a:off x="332700" y="2386993"/>
            <a:ext cx="4239300" cy="1205100"/>
          </a:xfrm>
          <a:prstGeom prst="rect">
            <a:avLst/>
          </a:prstGeom>
          <a:solidFill>
            <a:schemeClr val="accent2"/>
          </a:solidFill>
          <a:ln cap="flat" cmpd="sng" w="19050">
            <a:solidFill>
              <a:schemeClr val="accent2"/>
            </a:solidFill>
            <a:prstDash val="solid"/>
            <a:round/>
            <a:headEnd len="sm" w="sm" type="none"/>
            <a:tailEnd len="sm" w="sm" type="none"/>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accent1"/>
              </a:solidFill>
              <a:latin typeface="Lexend Light"/>
              <a:ea typeface="Lexend Light"/>
              <a:cs typeface="Lexend Light"/>
              <a:sym typeface="Lexend Light"/>
            </a:endParaRPr>
          </a:p>
        </p:txBody>
      </p:sp>
      <p:sp>
        <p:nvSpPr>
          <p:cNvPr id="505" name="Google Shape;505;p38"/>
          <p:cNvSpPr txBox="1"/>
          <p:nvPr>
            <p:ph idx="3" type="subTitle"/>
          </p:nvPr>
        </p:nvSpPr>
        <p:spPr>
          <a:xfrm>
            <a:off x="464700" y="2502449"/>
            <a:ext cx="3934200" cy="97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06" name="Google Shape;506;p38"/>
          <p:cNvSpPr/>
          <p:nvPr/>
        </p:nvSpPr>
        <p:spPr>
          <a:xfrm>
            <a:off x="4572000" y="2386993"/>
            <a:ext cx="4239300" cy="12051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t" bIns="182875" lIns="182875" spcFirstLastPara="1" rIns="182875" wrap="square" tIns="182875">
            <a:noAutofit/>
          </a:bodyPr>
          <a:lstStyle/>
          <a:p>
            <a:pPr indent="0" lvl="0" marL="0" rtl="0" algn="l">
              <a:spcBef>
                <a:spcPts val="0"/>
              </a:spcBef>
              <a:spcAft>
                <a:spcPts val="0"/>
              </a:spcAft>
              <a:buNone/>
            </a:pPr>
            <a:r>
              <a:rPr lang="en" sz="1200">
                <a:solidFill>
                  <a:schemeClr val="accent1"/>
                </a:solidFill>
                <a:latin typeface="Lexend Light"/>
                <a:ea typeface="Lexend Light"/>
                <a:cs typeface="Lexend Light"/>
                <a:sym typeface="Lexend Light"/>
              </a:rPr>
              <a:t>Lorem ipsum dolor sit amet, consectetur adipiscing elit. Nunc vitae ultricies tortor. Pellentesque rhoncus congue mauris, vitae pretium congue nibh rutrum eget.</a:t>
            </a:r>
            <a:endParaRPr sz="1200">
              <a:solidFill>
                <a:schemeClr val="accent1"/>
              </a:solidFill>
              <a:latin typeface="Lexend Light"/>
              <a:ea typeface="Lexend Light"/>
              <a:cs typeface="Lexend Light"/>
              <a:sym typeface="Lexend Light"/>
            </a:endParaRPr>
          </a:p>
        </p:txBody>
      </p:sp>
      <p:sp>
        <p:nvSpPr>
          <p:cNvPr id="507" name="Google Shape;507;p38"/>
          <p:cNvSpPr txBox="1"/>
          <p:nvPr>
            <p:ph idx="4" type="subTitle"/>
          </p:nvPr>
        </p:nvSpPr>
        <p:spPr>
          <a:xfrm>
            <a:off x="4704000" y="2502449"/>
            <a:ext cx="3934200" cy="97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08" name="Google Shape;508;p38"/>
          <p:cNvSpPr/>
          <p:nvPr/>
        </p:nvSpPr>
        <p:spPr>
          <a:xfrm>
            <a:off x="332700" y="3591961"/>
            <a:ext cx="4239300" cy="1205100"/>
          </a:xfrm>
          <a:prstGeom prst="rect">
            <a:avLst/>
          </a:prstGeom>
          <a:solidFill>
            <a:schemeClr val="accent1"/>
          </a:solidFill>
          <a:ln cap="flat" cmpd="sng" w="19050">
            <a:solidFill>
              <a:schemeClr val="accent1"/>
            </a:solidFill>
            <a:prstDash val="solid"/>
            <a:round/>
            <a:headEnd len="sm" w="sm" type="none"/>
            <a:tailEnd len="sm" w="sm" type="none"/>
          </a:ln>
        </p:spPr>
        <p:txBody>
          <a:bodyPr anchorCtr="0" anchor="t" bIns="182875" lIns="182875" spcFirstLastPara="1" rIns="182875" wrap="square" tIns="182875">
            <a:noAutofit/>
          </a:bodyPr>
          <a:lstStyle/>
          <a:p>
            <a:pPr indent="0" lvl="0" marL="0" rtl="0" algn="l">
              <a:spcBef>
                <a:spcPts val="0"/>
              </a:spcBef>
              <a:spcAft>
                <a:spcPts val="0"/>
              </a:spcAft>
              <a:buNone/>
            </a:pPr>
            <a:r>
              <a:rPr lang="en" sz="1200">
                <a:solidFill>
                  <a:schemeClr val="accent1"/>
                </a:solidFill>
                <a:latin typeface="Lexend Light"/>
                <a:ea typeface="Lexend Light"/>
                <a:cs typeface="Lexend Light"/>
                <a:sym typeface="Lexend Light"/>
              </a:rPr>
              <a:t>Lorem ipsum dolor sit amet, consectetur adipiscing elit. Nunc vitae ultricies tortor. Pellentesque rhoncus congue mauris, vitae pretium congue nibh rutrum eget.</a:t>
            </a:r>
            <a:endParaRPr sz="1200">
              <a:solidFill>
                <a:schemeClr val="accent1"/>
              </a:solidFill>
              <a:latin typeface="Lexend Light"/>
              <a:ea typeface="Lexend Light"/>
              <a:cs typeface="Lexend Light"/>
              <a:sym typeface="Lexend Light"/>
            </a:endParaRPr>
          </a:p>
        </p:txBody>
      </p:sp>
      <p:sp>
        <p:nvSpPr>
          <p:cNvPr id="509" name="Google Shape;509;p38"/>
          <p:cNvSpPr txBox="1"/>
          <p:nvPr>
            <p:ph idx="5" type="subTitle"/>
          </p:nvPr>
        </p:nvSpPr>
        <p:spPr>
          <a:xfrm>
            <a:off x="464700" y="3707417"/>
            <a:ext cx="3934200" cy="97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10" name="Google Shape;510;p38"/>
          <p:cNvSpPr/>
          <p:nvPr/>
        </p:nvSpPr>
        <p:spPr>
          <a:xfrm>
            <a:off x="4572000" y="3591961"/>
            <a:ext cx="4239300" cy="1205100"/>
          </a:xfrm>
          <a:prstGeom prst="rect">
            <a:avLst/>
          </a:prstGeom>
          <a:solidFill>
            <a:schemeClr val="accent2"/>
          </a:solidFill>
          <a:ln cap="flat" cmpd="sng" w="19050">
            <a:solidFill>
              <a:schemeClr val="accent2"/>
            </a:solidFill>
            <a:prstDash val="solid"/>
            <a:round/>
            <a:headEnd len="sm" w="sm" type="none"/>
            <a:tailEnd len="sm" w="sm" type="none"/>
          </a:ln>
        </p:spPr>
        <p:txBody>
          <a:bodyPr anchorCtr="0" anchor="t" bIns="182875" lIns="182875" spcFirstLastPara="1" rIns="182875" wrap="square" tIns="182875">
            <a:noAutofit/>
          </a:bodyPr>
          <a:lstStyle/>
          <a:p>
            <a:pPr indent="0" lvl="0" marL="0" rtl="0" algn="l">
              <a:spcBef>
                <a:spcPts val="0"/>
              </a:spcBef>
              <a:spcAft>
                <a:spcPts val="0"/>
              </a:spcAft>
              <a:buNone/>
            </a:pPr>
            <a:r>
              <a:t/>
            </a:r>
            <a:endParaRPr>
              <a:solidFill>
                <a:schemeClr val="accent1"/>
              </a:solidFill>
              <a:latin typeface="Lexend Light"/>
              <a:ea typeface="Lexend Light"/>
              <a:cs typeface="Lexend Light"/>
              <a:sym typeface="Lexend Light"/>
            </a:endParaRPr>
          </a:p>
        </p:txBody>
      </p:sp>
      <p:sp>
        <p:nvSpPr>
          <p:cNvPr id="511" name="Google Shape;511;p38"/>
          <p:cNvSpPr txBox="1"/>
          <p:nvPr>
            <p:ph idx="6" type="subTitle"/>
          </p:nvPr>
        </p:nvSpPr>
        <p:spPr>
          <a:xfrm>
            <a:off x="4724550" y="3707417"/>
            <a:ext cx="3934200" cy="974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TITLE_ONLY_1_1_1">
    <p:spTree>
      <p:nvGrpSpPr>
        <p:cNvPr id="512" name="Shape 512"/>
        <p:cNvGrpSpPr/>
        <p:nvPr/>
      </p:nvGrpSpPr>
      <p:grpSpPr>
        <a:xfrm>
          <a:off x="0" y="0"/>
          <a:ext cx="0" cy="0"/>
          <a:chOff x="0" y="0"/>
          <a:chExt cx="0" cy="0"/>
        </a:xfrm>
      </p:grpSpPr>
      <p:sp>
        <p:nvSpPr>
          <p:cNvPr id="513" name="Google Shape;513;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514" name="Google Shape;514;p39"/>
          <p:cNvGrpSpPr/>
          <p:nvPr/>
        </p:nvGrpSpPr>
        <p:grpSpPr>
          <a:xfrm>
            <a:off x="0" y="-125"/>
            <a:ext cx="9144300" cy="5143500"/>
            <a:chOff x="0" y="-125"/>
            <a:chExt cx="9144300" cy="5143500"/>
          </a:xfrm>
        </p:grpSpPr>
        <p:sp>
          <p:nvSpPr>
            <p:cNvPr id="515" name="Google Shape;515;p39"/>
            <p:cNvSpPr/>
            <p:nvPr/>
          </p:nvSpPr>
          <p:spPr>
            <a:xfrm>
              <a:off x="0" y="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516" name="Google Shape;516;p39"/>
            <p:cNvSpPr/>
            <p:nvPr/>
          </p:nvSpPr>
          <p:spPr>
            <a:xfrm>
              <a:off x="0" y="5051800"/>
              <a:ext cx="91440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517" name="Google Shape;517;p39"/>
            <p:cNvSpPr/>
            <p:nvPr/>
          </p:nvSpPr>
          <p:spPr>
            <a:xfrm rot="-5400000">
              <a:off x="-25260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sp>
          <p:nvSpPr>
            <p:cNvPr id="518" name="Google Shape;518;p39"/>
            <p:cNvSpPr/>
            <p:nvPr/>
          </p:nvSpPr>
          <p:spPr>
            <a:xfrm rot="-5400000">
              <a:off x="6526800" y="2525875"/>
              <a:ext cx="5143500" cy="9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endParaRPr>
            </a:p>
          </p:txBody>
        </p:sp>
      </p:grpSp>
      <p:sp>
        <p:nvSpPr>
          <p:cNvPr id="519" name="Google Shape;519;p39"/>
          <p:cNvSpPr txBox="1"/>
          <p:nvPr>
            <p:ph idx="1" type="body"/>
          </p:nvPr>
        </p:nvSpPr>
        <p:spPr>
          <a:xfrm>
            <a:off x="261775" y="4039275"/>
            <a:ext cx="5958300" cy="838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anation 1">
  <p:cSld name="ONE_COLUMN_TEXT">
    <p:bg>
      <p:bgPr>
        <a:solidFill>
          <a:schemeClr val="dk2"/>
        </a:solidFill>
      </p:bgPr>
    </p:bg>
    <p:spTree>
      <p:nvGrpSpPr>
        <p:cNvPr id="520" name="Shape 520"/>
        <p:cNvGrpSpPr/>
        <p:nvPr/>
      </p:nvGrpSpPr>
      <p:grpSpPr>
        <a:xfrm>
          <a:off x="0" y="0"/>
          <a:ext cx="0" cy="0"/>
          <a:chOff x="0" y="0"/>
          <a:chExt cx="0" cy="0"/>
        </a:xfrm>
      </p:grpSpPr>
      <p:sp>
        <p:nvSpPr>
          <p:cNvPr id="521" name="Google Shape;521;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22" name="Google Shape;522;p40"/>
          <p:cNvSpPr/>
          <p:nvPr/>
        </p:nvSpPr>
        <p:spPr>
          <a:xfrm>
            <a:off x="0" y="1765150"/>
            <a:ext cx="9144000" cy="3378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523" name="Google Shape;523;p40"/>
          <p:cNvSpPr txBox="1"/>
          <p:nvPr>
            <p:ph idx="1" type="body"/>
          </p:nvPr>
        </p:nvSpPr>
        <p:spPr>
          <a:xfrm>
            <a:off x="433550" y="295600"/>
            <a:ext cx="1803300" cy="1674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
        <p:nvSpPr>
          <p:cNvPr id="524" name="Google Shape;524;p40"/>
          <p:cNvSpPr txBox="1"/>
          <p:nvPr>
            <p:ph idx="2" type="subTitle"/>
          </p:nvPr>
        </p:nvSpPr>
        <p:spPr>
          <a:xfrm>
            <a:off x="433550" y="2197100"/>
            <a:ext cx="7148400" cy="4827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line Sans"/>
              <a:buNone/>
              <a:defRPr b="1" sz="2400">
                <a:latin typeface="Spline Sans"/>
                <a:ea typeface="Spline Sans"/>
                <a:cs typeface="Spline Sans"/>
                <a:sym typeface="Spline Sans"/>
              </a:defRPr>
            </a:lvl1pPr>
            <a:lvl2pPr lvl="1">
              <a:spcBef>
                <a:spcPts val="0"/>
              </a:spcBef>
              <a:spcAft>
                <a:spcPts val="0"/>
              </a:spcAft>
              <a:buSzPts val="2400"/>
              <a:buFont typeface="Spline Sans"/>
              <a:buNone/>
              <a:defRPr b="1" sz="2400">
                <a:latin typeface="Spline Sans"/>
                <a:ea typeface="Spline Sans"/>
                <a:cs typeface="Spline Sans"/>
                <a:sym typeface="Spline Sans"/>
              </a:defRPr>
            </a:lvl2pPr>
            <a:lvl3pPr lvl="2">
              <a:spcBef>
                <a:spcPts val="0"/>
              </a:spcBef>
              <a:spcAft>
                <a:spcPts val="0"/>
              </a:spcAft>
              <a:buSzPts val="2400"/>
              <a:buFont typeface="Spline Sans"/>
              <a:buNone/>
              <a:defRPr b="1" sz="2400">
                <a:latin typeface="Spline Sans"/>
                <a:ea typeface="Spline Sans"/>
                <a:cs typeface="Spline Sans"/>
                <a:sym typeface="Spline Sans"/>
              </a:defRPr>
            </a:lvl3pPr>
            <a:lvl4pPr lvl="3">
              <a:spcBef>
                <a:spcPts val="0"/>
              </a:spcBef>
              <a:spcAft>
                <a:spcPts val="0"/>
              </a:spcAft>
              <a:buSzPts val="2400"/>
              <a:buFont typeface="Spline Sans"/>
              <a:buNone/>
              <a:defRPr b="1" sz="2400">
                <a:latin typeface="Spline Sans"/>
                <a:ea typeface="Spline Sans"/>
                <a:cs typeface="Spline Sans"/>
                <a:sym typeface="Spline Sans"/>
              </a:defRPr>
            </a:lvl4pPr>
            <a:lvl5pPr lvl="4">
              <a:spcBef>
                <a:spcPts val="0"/>
              </a:spcBef>
              <a:spcAft>
                <a:spcPts val="0"/>
              </a:spcAft>
              <a:buSzPts val="2400"/>
              <a:buFont typeface="Spline Sans"/>
              <a:buNone/>
              <a:defRPr b="1" sz="2400">
                <a:latin typeface="Spline Sans"/>
                <a:ea typeface="Spline Sans"/>
                <a:cs typeface="Spline Sans"/>
                <a:sym typeface="Spline Sans"/>
              </a:defRPr>
            </a:lvl5pPr>
            <a:lvl6pPr lvl="5">
              <a:spcBef>
                <a:spcPts val="0"/>
              </a:spcBef>
              <a:spcAft>
                <a:spcPts val="0"/>
              </a:spcAft>
              <a:buSzPts val="2400"/>
              <a:buFont typeface="Spline Sans"/>
              <a:buNone/>
              <a:defRPr b="1" sz="2400">
                <a:latin typeface="Spline Sans"/>
                <a:ea typeface="Spline Sans"/>
                <a:cs typeface="Spline Sans"/>
                <a:sym typeface="Spline Sans"/>
              </a:defRPr>
            </a:lvl6pPr>
            <a:lvl7pPr lvl="6">
              <a:spcBef>
                <a:spcPts val="0"/>
              </a:spcBef>
              <a:spcAft>
                <a:spcPts val="0"/>
              </a:spcAft>
              <a:buSzPts val="2400"/>
              <a:buFont typeface="Spline Sans"/>
              <a:buNone/>
              <a:defRPr b="1" sz="2400">
                <a:latin typeface="Spline Sans"/>
                <a:ea typeface="Spline Sans"/>
                <a:cs typeface="Spline Sans"/>
                <a:sym typeface="Spline Sans"/>
              </a:defRPr>
            </a:lvl7pPr>
            <a:lvl8pPr lvl="7">
              <a:spcBef>
                <a:spcPts val="0"/>
              </a:spcBef>
              <a:spcAft>
                <a:spcPts val="0"/>
              </a:spcAft>
              <a:buSzPts val="2400"/>
              <a:buFont typeface="Spline Sans"/>
              <a:buNone/>
              <a:defRPr b="1" sz="2400">
                <a:latin typeface="Spline Sans"/>
                <a:ea typeface="Spline Sans"/>
                <a:cs typeface="Spline Sans"/>
                <a:sym typeface="Spline Sans"/>
              </a:defRPr>
            </a:lvl8pPr>
            <a:lvl9pPr lvl="8">
              <a:spcBef>
                <a:spcPts val="0"/>
              </a:spcBef>
              <a:spcAft>
                <a:spcPts val="0"/>
              </a:spcAft>
              <a:buSzPts val="2400"/>
              <a:buFont typeface="Spline Sans"/>
              <a:buNone/>
              <a:defRPr b="1" sz="2400">
                <a:latin typeface="Spline Sans"/>
                <a:ea typeface="Spline Sans"/>
                <a:cs typeface="Spline Sans"/>
                <a:sym typeface="Spline Sans"/>
              </a:defRPr>
            </a:lvl9pPr>
          </a:lstStyle>
          <a:p/>
        </p:txBody>
      </p:sp>
      <p:sp>
        <p:nvSpPr>
          <p:cNvPr id="525" name="Google Shape;525;p40"/>
          <p:cNvSpPr txBox="1"/>
          <p:nvPr>
            <p:ph idx="3" type="body"/>
          </p:nvPr>
        </p:nvSpPr>
        <p:spPr>
          <a:xfrm>
            <a:off x="433550" y="2914750"/>
            <a:ext cx="7148400" cy="1748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26" name="Google Shape;526;p40"/>
          <p:cNvSpPr txBox="1"/>
          <p:nvPr>
            <p:ph idx="4" type="body"/>
          </p:nvPr>
        </p:nvSpPr>
        <p:spPr>
          <a:xfrm>
            <a:off x="1181100" y="689575"/>
            <a:ext cx="6934200" cy="1079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7" name="Google Shape;527;p40"/>
          <p:cNvSpPr/>
          <p:nvPr/>
        </p:nvSpPr>
        <p:spPr>
          <a:xfrm>
            <a:off x="537600" y="689575"/>
            <a:ext cx="537900" cy="10791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400">
              <a:solidFill>
                <a:schemeClr val="dk1"/>
              </a:solidFill>
              <a:latin typeface="Spline Sans"/>
              <a:ea typeface="Spline Sans"/>
              <a:cs typeface="Spline Sans"/>
              <a:sym typeface="Spline Sans"/>
            </a:endParaRPr>
          </a:p>
        </p:txBody>
      </p:sp>
      <p:sp>
        <p:nvSpPr>
          <p:cNvPr id="528" name="Google Shape;528;p40"/>
          <p:cNvSpPr txBox="1"/>
          <p:nvPr>
            <p:ph idx="5" type="subTitle"/>
          </p:nvPr>
        </p:nvSpPr>
        <p:spPr>
          <a:xfrm>
            <a:off x="532075" y="679900"/>
            <a:ext cx="548700" cy="55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Font typeface="Spline Sans"/>
              <a:buNone/>
              <a:defRPr b="1" sz="2400">
                <a:latin typeface="Spline Sans"/>
                <a:ea typeface="Spline Sans"/>
                <a:cs typeface="Spline Sans"/>
                <a:sym typeface="Spline Sans"/>
              </a:defRPr>
            </a:lvl1pPr>
            <a:lvl2pPr lvl="1">
              <a:spcBef>
                <a:spcPts val="0"/>
              </a:spcBef>
              <a:spcAft>
                <a:spcPts val="0"/>
              </a:spcAft>
              <a:buSzPts val="2800"/>
              <a:buFont typeface="Spline Sans"/>
              <a:buNone/>
              <a:defRPr b="1">
                <a:latin typeface="Spline Sans"/>
                <a:ea typeface="Spline Sans"/>
                <a:cs typeface="Spline Sans"/>
                <a:sym typeface="Spline Sans"/>
              </a:defRPr>
            </a:lvl2pPr>
            <a:lvl3pPr lvl="2">
              <a:spcBef>
                <a:spcPts val="0"/>
              </a:spcBef>
              <a:spcAft>
                <a:spcPts val="0"/>
              </a:spcAft>
              <a:buSzPts val="2800"/>
              <a:buFont typeface="Spline Sans"/>
              <a:buNone/>
              <a:defRPr b="1">
                <a:latin typeface="Spline Sans"/>
                <a:ea typeface="Spline Sans"/>
                <a:cs typeface="Spline Sans"/>
                <a:sym typeface="Spline Sans"/>
              </a:defRPr>
            </a:lvl3pPr>
            <a:lvl4pPr lvl="3">
              <a:spcBef>
                <a:spcPts val="0"/>
              </a:spcBef>
              <a:spcAft>
                <a:spcPts val="0"/>
              </a:spcAft>
              <a:buSzPts val="2800"/>
              <a:buFont typeface="Spline Sans"/>
              <a:buNone/>
              <a:defRPr b="1">
                <a:latin typeface="Spline Sans"/>
                <a:ea typeface="Spline Sans"/>
                <a:cs typeface="Spline Sans"/>
                <a:sym typeface="Spline Sans"/>
              </a:defRPr>
            </a:lvl4pPr>
            <a:lvl5pPr lvl="4">
              <a:spcBef>
                <a:spcPts val="0"/>
              </a:spcBef>
              <a:spcAft>
                <a:spcPts val="0"/>
              </a:spcAft>
              <a:buSzPts val="2800"/>
              <a:buFont typeface="Spline Sans"/>
              <a:buNone/>
              <a:defRPr b="1">
                <a:latin typeface="Spline Sans"/>
                <a:ea typeface="Spline Sans"/>
                <a:cs typeface="Spline Sans"/>
                <a:sym typeface="Spline Sans"/>
              </a:defRPr>
            </a:lvl5pPr>
            <a:lvl6pPr lvl="5">
              <a:spcBef>
                <a:spcPts val="0"/>
              </a:spcBef>
              <a:spcAft>
                <a:spcPts val="0"/>
              </a:spcAft>
              <a:buSzPts val="2800"/>
              <a:buFont typeface="Spline Sans"/>
              <a:buNone/>
              <a:defRPr b="1">
                <a:latin typeface="Spline Sans"/>
                <a:ea typeface="Spline Sans"/>
                <a:cs typeface="Spline Sans"/>
                <a:sym typeface="Spline Sans"/>
              </a:defRPr>
            </a:lvl6pPr>
            <a:lvl7pPr lvl="6">
              <a:spcBef>
                <a:spcPts val="0"/>
              </a:spcBef>
              <a:spcAft>
                <a:spcPts val="0"/>
              </a:spcAft>
              <a:buSzPts val="2800"/>
              <a:buFont typeface="Spline Sans"/>
              <a:buNone/>
              <a:defRPr b="1">
                <a:latin typeface="Spline Sans"/>
                <a:ea typeface="Spline Sans"/>
                <a:cs typeface="Spline Sans"/>
                <a:sym typeface="Spline Sans"/>
              </a:defRPr>
            </a:lvl7pPr>
            <a:lvl8pPr lvl="7">
              <a:spcBef>
                <a:spcPts val="0"/>
              </a:spcBef>
              <a:spcAft>
                <a:spcPts val="0"/>
              </a:spcAft>
              <a:buSzPts val="2800"/>
              <a:buFont typeface="Spline Sans"/>
              <a:buNone/>
              <a:defRPr b="1">
                <a:latin typeface="Spline Sans"/>
                <a:ea typeface="Spline Sans"/>
                <a:cs typeface="Spline Sans"/>
                <a:sym typeface="Spline Sans"/>
              </a:defRPr>
            </a:lvl8pPr>
            <a:lvl9pPr lvl="8">
              <a:spcBef>
                <a:spcPts val="0"/>
              </a:spcBef>
              <a:spcAft>
                <a:spcPts val="0"/>
              </a:spcAft>
              <a:buSzPts val="2800"/>
              <a:buFont typeface="Spline Sans"/>
              <a:buNone/>
              <a:defRPr b="1">
                <a:latin typeface="Spline Sans"/>
                <a:ea typeface="Spline Sans"/>
                <a:cs typeface="Spline Sans"/>
                <a:sym typeface="Spline Sans"/>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anation 2">
  <p:cSld name="ONE_COLUMN_TEXT_1">
    <p:bg>
      <p:bgPr>
        <a:solidFill>
          <a:schemeClr val="dk2"/>
        </a:solidFill>
      </p:bgPr>
    </p:bg>
    <p:spTree>
      <p:nvGrpSpPr>
        <p:cNvPr id="529" name="Shape 529"/>
        <p:cNvGrpSpPr/>
        <p:nvPr/>
      </p:nvGrpSpPr>
      <p:grpSpPr>
        <a:xfrm>
          <a:off x="0" y="0"/>
          <a:ext cx="0" cy="0"/>
          <a:chOff x="0" y="0"/>
          <a:chExt cx="0" cy="0"/>
        </a:xfrm>
      </p:grpSpPr>
      <p:sp>
        <p:nvSpPr>
          <p:cNvPr id="530" name="Google Shape;530;p41"/>
          <p:cNvSpPr/>
          <p:nvPr/>
        </p:nvSpPr>
        <p:spPr>
          <a:xfrm>
            <a:off x="0" y="1227375"/>
            <a:ext cx="9144000" cy="3916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1" name="Google Shape;531;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2" name="Google Shape;532;p41"/>
          <p:cNvSpPr txBox="1"/>
          <p:nvPr>
            <p:ph idx="1" type="body"/>
          </p:nvPr>
        </p:nvSpPr>
        <p:spPr>
          <a:xfrm>
            <a:off x="433550" y="295600"/>
            <a:ext cx="1803300" cy="1674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Lexend"/>
              <a:buChar char="●"/>
              <a:defRPr sz="1400">
                <a:latin typeface="Lexend"/>
                <a:ea typeface="Lexend"/>
                <a:cs typeface="Lexend"/>
                <a:sym typeface="Lexend"/>
              </a:defRPr>
            </a:lvl1pPr>
            <a:lvl2pPr indent="-317500" lvl="1" marL="914400">
              <a:spcBef>
                <a:spcPts val="0"/>
              </a:spcBef>
              <a:spcAft>
                <a:spcPts val="0"/>
              </a:spcAft>
              <a:buSzPts val="1400"/>
              <a:buFont typeface="Lexend"/>
              <a:buChar char="○"/>
              <a:defRPr>
                <a:latin typeface="Lexend"/>
                <a:ea typeface="Lexend"/>
                <a:cs typeface="Lexend"/>
                <a:sym typeface="Lexend"/>
              </a:defRPr>
            </a:lvl2pPr>
            <a:lvl3pPr indent="-317500" lvl="2" marL="1371600">
              <a:spcBef>
                <a:spcPts val="0"/>
              </a:spcBef>
              <a:spcAft>
                <a:spcPts val="0"/>
              </a:spcAft>
              <a:buSzPts val="1400"/>
              <a:buFont typeface="Lexend"/>
              <a:buChar char="■"/>
              <a:defRPr>
                <a:latin typeface="Lexend"/>
                <a:ea typeface="Lexend"/>
                <a:cs typeface="Lexend"/>
                <a:sym typeface="Lexend"/>
              </a:defRPr>
            </a:lvl3pPr>
            <a:lvl4pPr indent="-317500" lvl="3" marL="1828800">
              <a:spcBef>
                <a:spcPts val="0"/>
              </a:spcBef>
              <a:spcAft>
                <a:spcPts val="0"/>
              </a:spcAft>
              <a:buSzPts val="1400"/>
              <a:buFont typeface="Lexend"/>
              <a:buChar char="●"/>
              <a:defRPr>
                <a:latin typeface="Lexend"/>
                <a:ea typeface="Lexend"/>
                <a:cs typeface="Lexend"/>
                <a:sym typeface="Lexend"/>
              </a:defRPr>
            </a:lvl4pPr>
            <a:lvl5pPr indent="-317500" lvl="4" marL="2286000">
              <a:spcBef>
                <a:spcPts val="0"/>
              </a:spcBef>
              <a:spcAft>
                <a:spcPts val="0"/>
              </a:spcAft>
              <a:buSzPts val="1400"/>
              <a:buFont typeface="Lexend"/>
              <a:buChar char="○"/>
              <a:defRPr>
                <a:latin typeface="Lexend"/>
                <a:ea typeface="Lexend"/>
                <a:cs typeface="Lexend"/>
                <a:sym typeface="Lexend"/>
              </a:defRPr>
            </a:lvl5pPr>
            <a:lvl6pPr indent="-317500" lvl="5" marL="2743200">
              <a:spcBef>
                <a:spcPts val="0"/>
              </a:spcBef>
              <a:spcAft>
                <a:spcPts val="0"/>
              </a:spcAft>
              <a:buSzPts val="1400"/>
              <a:buFont typeface="Lexend"/>
              <a:buChar char="■"/>
              <a:defRPr>
                <a:latin typeface="Lexend"/>
                <a:ea typeface="Lexend"/>
                <a:cs typeface="Lexend"/>
                <a:sym typeface="Lexend"/>
              </a:defRPr>
            </a:lvl6pPr>
            <a:lvl7pPr indent="-317500" lvl="6" marL="3200400">
              <a:spcBef>
                <a:spcPts val="0"/>
              </a:spcBef>
              <a:spcAft>
                <a:spcPts val="0"/>
              </a:spcAft>
              <a:buSzPts val="1400"/>
              <a:buFont typeface="Lexend"/>
              <a:buChar char="●"/>
              <a:defRPr>
                <a:latin typeface="Lexend"/>
                <a:ea typeface="Lexend"/>
                <a:cs typeface="Lexend"/>
                <a:sym typeface="Lexend"/>
              </a:defRPr>
            </a:lvl7pPr>
            <a:lvl8pPr indent="-317500" lvl="7" marL="3657600">
              <a:spcBef>
                <a:spcPts val="0"/>
              </a:spcBef>
              <a:spcAft>
                <a:spcPts val="0"/>
              </a:spcAft>
              <a:buSzPts val="1400"/>
              <a:buFont typeface="Lexend"/>
              <a:buChar char="○"/>
              <a:defRPr>
                <a:latin typeface="Lexend"/>
                <a:ea typeface="Lexend"/>
                <a:cs typeface="Lexend"/>
                <a:sym typeface="Lexend"/>
              </a:defRPr>
            </a:lvl8pPr>
            <a:lvl9pPr indent="-317500" lvl="8" marL="4114800">
              <a:spcBef>
                <a:spcPts val="0"/>
              </a:spcBef>
              <a:spcAft>
                <a:spcPts val="0"/>
              </a:spcAft>
              <a:buSzPts val="1400"/>
              <a:buFont typeface="Lexend"/>
              <a:buChar char="■"/>
              <a:defRPr>
                <a:latin typeface="Lexend"/>
                <a:ea typeface="Lexend"/>
                <a:cs typeface="Lexend"/>
                <a:sym typeface="Lexend"/>
              </a:defRPr>
            </a:lvl9pPr>
          </a:lstStyle>
          <a:p/>
        </p:txBody>
      </p:sp>
      <p:sp>
        <p:nvSpPr>
          <p:cNvPr id="533" name="Google Shape;533;p41"/>
          <p:cNvSpPr txBox="1"/>
          <p:nvPr>
            <p:ph idx="2" type="subTitle"/>
          </p:nvPr>
        </p:nvSpPr>
        <p:spPr>
          <a:xfrm>
            <a:off x="433550" y="1673375"/>
            <a:ext cx="4100400" cy="4827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line Sans"/>
              <a:buNone/>
              <a:defRPr b="1" sz="2400">
                <a:latin typeface="Spline Sans"/>
                <a:ea typeface="Spline Sans"/>
                <a:cs typeface="Spline Sans"/>
                <a:sym typeface="Spline Sans"/>
              </a:defRPr>
            </a:lvl1pPr>
            <a:lvl2pPr lvl="1">
              <a:spcBef>
                <a:spcPts val="0"/>
              </a:spcBef>
              <a:spcAft>
                <a:spcPts val="0"/>
              </a:spcAft>
              <a:buSzPts val="2400"/>
              <a:buFont typeface="Spline Sans"/>
              <a:buNone/>
              <a:defRPr b="1" sz="2400">
                <a:latin typeface="Spline Sans"/>
                <a:ea typeface="Spline Sans"/>
                <a:cs typeface="Spline Sans"/>
                <a:sym typeface="Spline Sans"/>
              </a:defRPr>
            </a:lvl2pPr>
            <a:lvl3pPr lvl="2">
              <a:spcBef>
                <a:spcPts val="0"/>
              </a:spcBef>
              <a:spcAft>
                <a:spcPts val="0"/>
              </a:spcAft>
              <a:buSzPts val="2400"/>
              <a:buFont typeface="Spline Sans"/>
              <a:buNone/>
              <a:defRPr b="1" sz="2400">
                <a:latin typeface="Spline Sans"/>
                <a:ea typeface="Spline Sans"/>
                <a:cs typeface="Spline Sans"/>
                <a:sym typeface="Spline Sans"/>
              </a:defRPr>
            </a:lvl3pPr>
            <a:lvl4pPr lvl="3">
              <a:spcBef>
                <a:spcPts val="0"/>
              </a:spcBef>
              <a:spcAft>
                <a:spcPts val="0"/>
              </a:spcAft>
              <a:buSzPts val="2400"/>
              <a:buFont typeface="Spline Sans"/>
              <a:buNone/>
              <a:defRPr b="1" sz="2400">
                <a:latin typeface="Spline Sans"/>
                <a:ea typeface="Spline Sans"/>
                <a:cs typeface="Spline Sans"/>
                <a:sym typeface="Spline Sans"/>
              </a:defRPr>
            </a:lvl4pPr>
            <a:lvl5pPr lvl="4">
              <a:spcBef>
                <a:spcPts val="0"/>
              </a:spcBef>
              <a:spcAft>
                <a:spcPts val="0"/>
              </a:spcAft>
              <a:buSzPts val="2400"/>
              <a:buFont typeface="Spline Sans"/>
              <a:buNone/>
              <a:defRPr b="1" sz="2400">
                <a:latin typeface="Spline Sans"/>
                <a:ea typeface="Spline Sans"/>
                <a:cs typeface="Spline Sans"/>
                <a:sym typeface="Spline Sans"/>
              </a:defRPr>
            </a:lvl5pPr>
            <a:lvl6pPr lvl="5">
              <a:spcBef>
                <a:spcPts val="0"/>
              </a:spcBef>
              <a:spcAft>
                <a:spcPts val="0"/>
              </a:spcAft>
              <a:buSzPts val="2400"/>
              <a:buFont typeface="Spline Sans"/>
              <a:buNone/>
              <a:defRPr b="1" sz="2400">
                <a:latin typeface="Spline Sans"/>
                <a:ea typeface="Spline Sans"/>
                <a:cs typeface="Spline Sans"/>
                <a:sym typeface="Spline Sans"/>
              </a:defRPr>
            </a:lvl6pPr>
            <a:lvl7pPr lvl="6">
              <a:spcBef>
                <a:spcPts val="0"/>
              </a:spcBef>
              <a:spcAft>
                <a:spcPts val="0"/>
              </a:spcAft>
              <a:buSzPts val="2400"/>
              <a:buFont typeface="Spline Sans"/>
              <a:buNone/>
              <a:defRPr b="1" sz="2400">
                <a:latin typeface="Spline Sans"/>
                <a:ea typeface="Spline Sans"/>
                <a:cs typeface="Spline Sans"/>
                <a:sym typeface="Spline Sans"/>
              </a:defRPr>
            </a:lvl7pPr>
            <a:lvl8pPr lvl="7">
              <a:spcBef>
                <a:spcPts val="0"/>
              </a:spcBef>
              <a:spcAft>
                <a:spcPts val="0"/>
              </a:spcAft>
              <a:buSzPts val="2400"/>
              <a:buFont typeface="Spline Sans"/>
              <a:buNone/>
              <a:defRPr b="1" sz="2400">
                <a:latin typeface="Spline Sans"/>
                <a:ea typeface="Spline Sans"/>
                <a:cs typeface="Spline Sans"/>
                <a:sym typeface="Spline Sans"/>
              </a:defRPr>
            </a:lvl8pPr>
            <a:lvl9pPr lvl="8">
              <a:spcBef>
                <a:spcPts val="0"/>
              </a:spcBef>
              <a:spcAft>
                <a:spcPts val="0"/>
              </a:spcAft>
              <a:buSzPts val="2400"/>
              <a:buFont typeface="Spline Sans"/>
              <a:buNone/>
              <a:defRPr b="1" sz="2400">
                <a:latin typeface="Spline Sans"/>
                <a:ea typeface="Spline Sans"/>
                <a:cs typeface="Spline Sans"/>
                <a:sym typeface="Spline Sans"/>
              </a:defRPr>
            </a:lvl9pPr>
          </a:lstStyle>
          <a:p/>
        </p:txBody>
      </p:sp>
      <p:sp>
        <p:nvSpPr>
          <p:cNvPr id="534" name="Google Shape;534;p41"/>
          <p:cNvSpPr txBox="1"/>
          <p:nvPr>
            <p:ph idx="3" type="body"/>
          </p:nvPr>
        </p:nvSpPr>
        <p:spPr>
          <a:xfrm>
            <a:off x="433550" y="2391025"/>
            <a:ext cx="3795600" cy="2382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35" name="Google Shape;535;p41"/>
          <p:cNvSpPr txBox="1"/>
          <p:nvPr>
            <p:ph idx="4" type="body"/>
          </p:nvPr>
        </p:nvSpPr>
        <p:spPr>
          <a:xfrm>
            <a:off x="1181100" y="692750"/>
            <a:ext cx="6934200" cy="5379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36" name="Google Shape;536;p41"/>
          <p:cNvSpPr/>
          <p:nvPr/>
        </p:nvSpPr>
        <p:spPr>
          <a:xfrm>
            <a:off x="537600" y="689575"/>
            <a:ext cx="537900" cy="537900"/>
          </a:xfrm>
          <a:prstGeom prst="rect">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400">
              <a:solidFill>
                <a:schemeClr val="dk1"/>
              </a:solidFill>
              <a:latin typeface="Spline Sans"/>
              <a:ea typeface="Spline Sans"/>
              <a:cs typeface="Spline Sans"/>
              <a:sym typeface="Spline Sans"/>
            </a:endParaRPr>
          </a:p>
        </p:txBody>
      </p:sp>
      <p:sp>
        <p:nvSpPr>
          <p:cNvPr id="537" name="Google Shape;537;p41"/>
          <p:cNvSpPr txBox="1"/>
          <p:nvPr>
            <p:ph idx="5" type="subTitle"/>
          </p:nvPr>
        </p:nvSpPr>
        <p:spPr>
          <a:xfrm>
            <a:off x="532075" y="679900"/>
            <a:ext cx="548700" cy="55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Font typeface="Spline Sans"/>
              <a:buNone/>
              <a:defRPr b="1" sz="2400">
                <a:latin typeface="Spline Sans"/>
                <a:ea typeface="Spline Sans"/>
                <a:cs typeface="Spline Sans"/>
                <a:sym typeface="Spline Sans"/>
              </a:defRPr>
            </a:lvl1pPr>
            <a:lvl2pPr lvl="1">
              <a:spcBef>
                <a:spcPts val="0"/>
              </a:spcBef>
              <a:spcAft>
                <a:spcPts val="0"/>
              </a:spcAft>
              <a:buSzPts val="2800"/>
              <a:buFont typeface="Spline Sans"/>
              <a:buNone/>
              <a:defRPr b="1">
                <a:latin typeface="Spline Sans"/>
                <a:ea typeface="Spline Sans"/>
                <a:cs typeface="Spline Sans"/>
                <a:sym typeface="Spline Sans"/>
              </a:defRPr>
            </a:lvl2pPr>
            <a:lvl3pPr lvl="2">
              <a:spcBef>
                <a:spcPts val="0"/>
              </a:spcBef>
              <a:spcAft>
                <a:spcPts val="0"/>
              </a:spcAft>
              <a:buSzPts val="2800"/>
              <a:buFont typeface="Spline Sans"/>
              <a:buNone/>
              <a:defRPr b="1">
                <a:latin typeface="Spline Sans"/>
                <a:ea typeface="Spline Sans"/>
                <a:cs typeface="Spline Sans"/>
                <a:sym typeface="Spline Sans"/>
              </a:defRPr>
            </a:lvl3pPr>
            <a:lvl4pPr lvl="3">
              <a:spcBef>
                <a:spcPts val="0"/>
              </a:spcBef>
              <a:spcAft>
                <a:spcPts val="0"/>
              </a:spcAft>
              <a:buSzPts val="2800"/>
              <a:buFont typeface="Spline Sans"/>
              <a:buNone/>
              <a:defRPr b="1">
                <a:latin typeface="Spline Sans"/>
                <a:ea typeface="Spline Sans"/>
                <a:cs typeface="Spline Sans"/>
                <a:sym typeface="Spline Sans"/>
              </a:defRPr>
            </a:lvl4pPr>
            <a:lvl5pPr lvl="4">
              <a:spcBef>
                <a:spcPts val="0"/>
              </a:spcBef>
              <a:spcAft>
                <a:spcPts val="0"/>
              </a:spcAft>
              <a:buSzPts val="2800"/>
              <a:buFont typeface="Spline Sans"/>
              <a:buNone/>
              <a:defRPr b="1">
                <a:latin typeface="Spline Sans"/>
                <a:ea typeface="Spline Sans"/>
                <a:cs typeface="Spline Sans"/>
                <a:sym typeface="Spline Sans"/>
              </a:defRPr>
            </a:lvl5pPr>
            <a:lvl6pPr lvl="5">
              <a:spcBef>
                <a:spcPts val="0"/>
              </a:spcBef>
              <a:spcAft>
                <a:spcPts val="0"/>
              </a:spcAft>
              <a:buSzPts val="2800"/>
              <a:buFont typeface="Spline Sans"/>
              <a:buNone/>
              <a:defRPr b="1">
                <a:latin typeface="Spline Sans"/>
                <a:ea typeface="Spline Sans"/>
                <a:cs typeface="Spline Sans"/>
                <a:sym typeface="Spline Sans"/>
              </a:defRPr>
            </a:lvl6pPr>
            <a:lvl7pPr lvl="6">
              <a:spcBef>
                <a:spcPts val="0"/>
              </a:spcBef>
              <a:spcAft>
                <a:spcPts val="0"/>
              </a:spcAft>
              <a:buSzPts val="2800"/>
              <a:buFont typeface="Spline Sans"/>
              <a:buNone/>
              <a:defRPr b="1">
                <a:latin typeface="Spline Sans"/>
                <a:ea typeface="Spline Sans"/>
                <a:cs typeface="Spline Sans"/>
                <a:sym typeface="Spline Sans"/>
              </a:defRPr>
            </a:lvl7pPr>
            <a:lvl8pPr lvl="7">
              <a:spcBef>
                <a:spcPts val="0"/>
              </a:spcBef>
              <a:spcAft>
                <a:spcPts val="0"/>
              </a:spcAft>
              <a:buSzPts val="2800"/>
              <a:buFont typeface="Spline Sans"/>
              <a:buNone/>
              <a:defRPr b="1">
                <a:latin typeface="Spline Sans"/>
                <a:ea typeface="Spline Sans"/>
                <a:cs typeface="Spline Sans"/>
                <a:sym typeface="Spline Sans"/>
              </a:defRPr>
            </a:lvl8pPr>
            <a:lvl9pPr lvl="8">
              <a:spcBef>
                <a:spcPts val="0"/>
              </a:spcBef>
              <a:spcAft>
                <a:spcPts val="0"/>
              </a:spcAft>
              <a:buSzPts val="2800"/>
              <a:buFont typeface="Spline Sans"/>
              <a:buNone/>
              <a:defRPr b="1">
                <a:latin typeface="Spline Sans"/>
                <a:ea typeface="Spline Sans"/>
                <a:cs typeface="Spline Sans"/>
                <a:sym typeface="Spline Sans"/>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MAIN_POINT">
    <p:spTree>
      <p:nvGrpSpPr>
        <p:cNvPr id="538" name="Shape 538"/>
        <p:cNvGrpSpPr/>
        <p:nvPr/>
      </p:nvGrpSpPr>
      <p:grpSpPr>
        <a:xfrm>
          <a:off x="0" y="0"/>
          <a:ext cx="0" cy="0"/>
          <a:chOff x="0" y="0"/>
          <a:chExt cx="0" cy="0"/>
        </a:xfrm>
      </p:grpSpPr>
      <p:sp>
        <p:nvSpPr>
          <p:cNvPr id="539" name="Google Shape;539;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0" name="Google Shape;540;p42"/>
          <p:cNvSpPr txBox="1"/>
          <p:nvPr>
            <p:ph type="title"/>
          </p:nvPr>
        </p:nvSpPr>
        <p:spPr>
          <a:xfrm>
            <a:off x="408650" y="463000"/>
            <a:ext cx="4419600" cy="841800"/>
          </a:xfrm>
          <a:prstGeom prst="rect">
            <a:avLst/>
          </a:prstGeom>
        </p:spPr>
        <p:txBody>
          <a:bodyPr anchorCtr="0" anchor="ctr" bIns="91425" lIns="91425" spcFirstLastPara="1" rIns="91425" wrap="square" tIns="91425">
            <a:no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SECTION_TITLE_AND_DESCRIPTION">
    <p:spTree>
      <p:nvGrpSpPr>
        <p:cNvPr id="541" name="Shape 541"/>
        <p:cNvGrpSpPr/>
        <p:nvPr/>
      </p:nvGrpSpPr>
      <p:grpSpPr>
        <a:xfrm>
          <a:off x="0" y="0"/>
          <a:ext cx="0" cy="0"/>
          <a:chOff x="0" y="0"/>
          <a:chExt cx="0" cy="0"/>
        </a:xfrm>
      </p:grpSpPr>
      <p:sp>
        <p:nvSpPr>
          <p:cNvPr id="542" name="Google Shape;542;p4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4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4" name="Google Shape;544;p43"/>
          <p:cNvSpPr txBox="1"/>
          <p:nvPr>
            <p:ph idx="1" type="subTitle"/>
          </p:nvPr>
        </p:nvSpPr>
        <p:spPr>
          <a:xfrm>
            <a:off x="265500" y="2803075"/>
            <a:ext cx="4045200" cy="1235100"/>
          </a:xfrm>
          <a:prstGeom prst="rect">
            <a:avLst/>
          </a:prstGeom>
        </p:spPr>
        <p:txBody>
          <a:bodyPr anchorCtr="0" anchor="ctr"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545" name="Google Shape;54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theme" Target="../theme/theme3.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1pPr>
            <a:lvl2pPr lvl="1">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2pPr>
            <a:lvl3pPr lvl="2">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3pPr>
            <a:lvl4pPr lvl="3">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4pPr>
            <a:lvl5pPr lvl="4">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5pPr>
            <a:lvl6pPr lvl="5">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6pPr>
            <a:lvl7pPr lvl="6">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7pPr>
            <a:lvl8pPr lvl="7">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8pPr>
            <a:lvl9pPr lvl="8">
              <a:spcBef>
                <a:spcPts val="0"/>
              </a:spcBef>
              <a:spcAft>
                <a:spcPts val="0"/>
              </a:spcAft>
              <a:buClr>
                <a:schemeClr val="dk1"/>
              </a:buClr>
              <a:buSzPts val="4000"/>
              <a:buFont typeface="Spline Sans"/>
              <a:buNone/>
              <a:defRPr b="1" sz="4000">
                <a:solidFill>
                  <a:schemeClr val="dk1"/>
                </a:solidFill>
                <a:latin typeface="Spline Sans"/>
                <a:ea typeface="Spline Sans"/>
                <a:cs typeface="Spline Sans"/>
                <a:sym typeface="Spline Sans"/>
              </a:defRPr>
            </a:lvl9pPr>
          </a:lstStyle>
          <a:p/>
        </p:txBody>
      </p:sp>
      <p:sp>
        <p:nvSpPr>
          <p:cNvPr id="52" name="Google Shape;52;p13"/>
          <p:cNvSpPr txBox="1"/>
          <p:nvPr>
            <p:ph idx="1" type="body"/>
          </p:nvPr>
        </p:nvSpPr>
        <p:spPr>
          <a:xfrm>
            <a:off x="311700" y="2221525"/>
            <a:ext cx="8520600" cy="2441700"/>
          </a:xfrm>
          <a:prstGeom prst="rect">
            <a:avLst/>
          </a:prstGeom>
          <a:noFill/>
          <a:ln>
            <a:noFill/>
          </a:ln>
        </p:spPr>
        <p:txBody>
          <a:bodyPr anchorCtr="0" anchor="t" bIns="91425" lIns="91425" spcFirstLastPara="1" rIns="91425" wrap="square" tIns="91425">
            <a:noAutofit/>
          </a:bodyPr>
          <a:lstStyle>
            <a:lvl1pPr indent="-342900" lvl="0" marL="457200">
              <a:spcBef>
                <a:spcPts val="0"/>
              </a:spcBef>
              <a:spcAft>
                <a:spcPts val="0"/>
              </a:spcAft>
              <a:buClr>
                <a:schemeClr val="dk1"/>
              </a:buClr>
              <a:buSzPts val="1800"/>
              <a:buFont typeface="Lexend Light"/>
              <a:buChar char="●"/>
              <a:defRPr sz="1800">
                <a:solidFill>
                  <a:schemeClr val="dk1"/>
                </a:solidFill>
                <a:latin typeface="Lexend Light"/>
                <a:ea typeface="Lexend Light"/>
                <a:cs typeface="Lexend Light"/>
                <a:sym typeface="Lexend Light"/>
              </a:defRPr>
            </a:lvl1pPr>
            <a:lvl2pPr indent="-317500" lvl="1" marL="9144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2pPr>
            <a:lvl3pPr indent="-317500" lvl="2" marL="13716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3pPr>
            <a:lvl4pPr indent="-317500" lvl="3" marL="18288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4pPr>
            <a:lvl5pPr indent="-317500" lvl="4" marL="22860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5pPr>
            <a:lvl6pPr indent="-317500" lvl="5" marL="27432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6pPr>
            <a:lvl7pPr indent="-317500" lvl="6" marL="32004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7pPr>
            <a:lvl8pPr indent="-317500" lvl="7" marL="36576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8pPr>
            <a:lvl9pPr indent="-317500" lvl="8" marL="4114800">
              <a:spcBef>
                <a:spcPts val="0"/>
              </a:spcBef>
              <a:spcAft>
                <a:spcPts val="0"/>
              </a:spcAft>
              <a:buClr>
                <a:schemeClr val="dk1"/>
              </a:buClr>
              <a:buSzPts val="1400"/>
              <a:buFont typeface="Lexend Light"/>
              <a:buChar char="■"/>
              <a:defRPr>
                <a:solidFill>
                  <a:schemeClr val="dk1"/>
                </a:solidFill>
                <a:latin typeface="Lexend Light"/>
                <a:ea typeface="Lexend Light"/>
                <a:cs typeface="Lexend Light"/>
                <a:sym typeface="Lexend Light"/>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exend"/>
                <a:ea typeface="Lexend"/>
                <a:cs typeface="Lexend"/>
                <a:sym typeface="Lexend"/>
              </a:defRPr>
            </a:lvl1pPr>
            <a:lvl2pPr lvl="1" algn="r">
              <a:buNone/>
              <a:defRPr sz="1000">
                <a:solidFill>
                  <a:schemeClr val="dk2"/>
                </a:solidFill>
                <a:latin typeface="Lexend"/>
                <a:ea typeface="Lexend"/>
                <a:cs typeface="Lexend"/>
                <a:sym typeface="Lexend"/>
              </a:defRPr>
            </a:lvl2pPr>
            <a:lvl3pPr lvl="2" algn="r">
              <a:buNone/>
              <a:defRPr sz="1000">
                <a:solidFill>
                  <a:schemeClr val="dk2"/>
                </a:solidFill>
                <a:latin typeface="Lexend"/>
                <a:ea typeface="Lexend"/>
                <a:cs typeface="Lexend"/>
                <a:sym typeface="Lexend"/>
              </a:defRPr>
            </a:lvl3pPr>
            <a:lvl4pPr lvl="3" algn="r">
              <a:buNone/>
              <a:defRPr sz="1000">
                <a:solidFill>
                  <a:schemeClr val="dk2"/>
                </a:solidFill>
                <a:latin typeface="Lexend"/>
                <a:ea typeface="Lexend"/>
                <a:cs typeface="Lexend"/>
                <a:sym typeface="Lexend"/>
              </a:defRPr>
            </a:lvl4pPr>
            <a:lvl5pPr lvl="4" algn="r">
              <a:buNone/>
              <a:defRPr sz="1000">
                <a:solidFill>
                  <a:schemeClr val="dk2"/>
                </a:solidFill>
                <a:latin typeface="Lexend"/>
                <a:ea typeface="Lexend"/>
                <a:cs typeface="Lexend"/>
                <a:sym typeface="Lexend"/>
              </a:defRPr>
            </a:lvl5pPr>
            <a:lvl6pPr lvl="5" algn="r">
              <a:buNone/>
              <a:defRPr sz="1000">
                <a:solidFill>
                  <a:schemeClr val="dk2"/>
                </a:solidFill>
                <a:latin typeface="Lexend"/>
                <a:ea typeface="Lexend"/>
                <a:cs typeface="Lexend"/>
                <a:sym typeface="Lexend"/>
              </a:defRPr>
            </a:lvl6pPr>
            <a:lvl7pPr lvl="6" algn="r">
              <a:buNone/>
              <a:defRPr sz="1000">
                <a:solidFill>
                  <a:schemeClr val="dk2"/>
                </a:solidFill>
                <a:latin typeface="Lexend"/>
                <a:ea typeface="Lexend"/>
                <a:cs typeface="Lexend"/>
                <a:sym typeface="Lexend"/>
              </a:defRPr>
            </a:lvl7pPr>
            <a:lvl8pPr lvl="7" algn="r">
              <a:buNone/>
              <a:defRPr sz="1000">
                <a:solidFill>
                  <a:schemeClr val="dk2"/>
                </a:solidFill>
                <a:latin typeface="Lexend"/>
                <a:ea typeface="Lexend"/>
                <a:cs typeface="Lexend"/>
                <a:sym typeface="Lexend"/>
              </a:defRPr>
            </a:lvl8pPr>
            <a:lvl9pPr lvl="8" algn="r">
              <a:buNone/>
              <a:defRPr sz="1000">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4"/>
          <p:cNvSpPr txBox="1"/>
          <p:nvPr>
            <p:ph type="title"/>
          </p:nvPr>
        </p:nvSpPr>
        <p:spPr>
          <a:xfrm>
            <a:off x="1241550" y="2010150"/>
            <a:ext cx="6660900" cy="112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Lisa Brooks’</a:t>
            </a:r>
            <a:endParaRPr/>
          </a:p>
          <a:p>
            <a:pPr indent="0" lvl="0" marL="0" rtl="0" algn="ctr">
              <a:spcBef>
                <a:spcPts val="0"/>
              </a:spcBef>
              <a:spcAft>
                <a:spcPts val="0"/>
              </a:spcAft>
              <a:buNone/>
            </a:pPr>
            <a:r>
              <a:rPr lang="en"/>
              <a:t>“Our Beloved Kin”</a:t>
            </a:r>
            <a:endParaRPr/>
          </a:p>
        </p:txBody>
      </p:sp>
      <p:sp>
        <p:nvSpPr>
          <p:cNvPr id="551" name="Google Shape;551;p44"/>
          <p:cNvSpPr txBox="1"/>
          <p:nvPr>
            <p:ph idx="3" type="body"/>
          </p:nvPr>
        </p:nvSpPr>
        <p:spPr>
          <a:xfrm>
            <a:off x="421035" y="4573625"/>
            <a:ext cx="1947600" cy="4002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a:t>By Ryan Xu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5"/>
          <p:cNvSpPr/>
          <p:nvPr/>
        </p:nvSpPr>
        <p:spPr>
          <a:xfrm>
            <a:off x="4910025" y="1374025"/>
            <a:ext cx="4233900" cy="37695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557" name="Google Shape;557;p45"/>
          <p:cNvSpPr txBox="1"/>
          <p:nvPr>
            <p:ph idx="3" type="body"/>
          </p:nvPr>
        </p:nvSpPr>
        <p:spPr>
          <a:xfrm>
            <a:off x="452100" y="1564175"/>
            <a:ext cx="8426700" cy="215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In an excerpt from Lisa Brooks’ “Our Beloved Kin,” Brooks describes Mary Rowlandson’s attempts to </a:t>
            </a:r>
            <a:r>
              <a:rPr lang="en" sz="1500"/>
              <a:t>portray</a:t>
            </a:r>
            <a:r>
              <a:rPr lang="en" sz="1500"/>
              <a:t> Weetamoo as weak and a servant because of </a:t>
            </a:r>
            <a:r>
              <a:rPr lang="en" sz="1500"/>
              <a:t>Puritan</a:t>
            </a:r>
            <a:r>
              <a:rPr lang="en" sz="1500"/>
              <a:t> beliefs of women’s place in society.</a:t>
            </a:r>
            <a:endParaRPr sz="1500"/>
          </a:p>
          <a:p>
            <a:pPr indent="-323850" lvl="0" marL="457200" rtl="0" algn="l">
              <a:spcBef>
                <a:spcPts val="1200"/>
              </a:spcBef>
              <a:spcAft>
                <a:spcPts val="0"/>
              </a:spcAft>
              <a:buSzPts val="1500"/>
              <a:buChar char="-"/>
            </a:pPr>
            <a:r>
              <a:rPr lang="en" sz="1500"/>
              <a:t>Brooks notes how Rowlandson does not recognize Weetamoo’s high status in the Wampanoag society but instead portrays her as “imagined royalty” (Brooks 1)</a:t>
            </a:r>
            <a:endParaRPr sz="1500"/>
          </a:p>
          <a:p>
            <a:pPr indent="-323850" lvl="0" marL="457200" rtl="0" algn="l">
              <a:spcBef>
                <a:spcPts val="0"/>
              </a:spcBef>
              <a:spcAft>
                <a:spcPts val="0"/>
              </a:spcAft>
              <a:buSzPts val="1500"/>
              <a:buChar char="-"/>
            </a:pPr>
            <a:r>
              <a:rPr lang="en" sz="1500"/>
              <a:t>Rowlandson also highlights the </a:t>
            </a:r>
            <a:r>
              <a:rPr lang="en" sz="1500"/>
              <a:t>inferiority</a:t>
            </a:r>
            <a:r>
              <a:rPr lang="en" sz="1500"/>
              <a:t> of Weetamoo to English women and </a:t>
            </a:r>
            <a:r>
              <a:rPr lang="en" sz="1500"/>
              <a:t>describes </a:t>
            </a:r>
            <a:r>
              <a:rPr lang="en" sz="1500"/>
              <a:t>Weetamoo as </a:t>
            </a:r>
            <a:r>
              <a:rPr lang="en" sz="1500"/>
              <a:t>unsuccessfully</a:t>
            </a:r>
            <a:r>
              <a:rPr lang="en" sz="1500"/>
              <a:t> attempting to emulate </a:t>
            </a:r>
            <a:r>
              <a:rPr lang="en" sz="1500"/>
              <a:t>Puritan</a:t>
            </a:r>
            <a:r>
              <a:rPr lang="en" sz="1500"/>
              <a:t> women. </a:t>
            </a:r>
            <a:endParaRPr sz="1500"/>
          </a:p>
          <a:p>
            <a:pPr indent="-323850" lvl="0" marL="457200" rtl="0" algn="l">
              <a:spcBef>
                <a:spcPts val="0"/>
              </a:spcBef>
              <a:spcAft>
                <a:spcPts val="0"/>
              </a:spcAft>
              <a:buSzPts val="1500"/>
              <a:buChar char="-"/>
            </a:pPr>
            <a:r>
              <a:rPr lang="en" sz="1500"/>
              <a:t>Additionally, Brooks shows how Rowlandson misrepresents Weetamoo’s role to craft wampum belts, portraying it as work and decoration, when instead it is important in tribal alliances and is a symbol of leadership.</a:t>
            </a:r>
            <a:endParaRPr sz="1500"/>
          </a:p>
          <a:p>
            <a:pPr indent="-323850" lvl="0" marL="457200" rtl="0" algn="l">
              <a:spcBef>
                <a:spcPts val="0"/>
              </a:spcBef>
              <a:spcAft>
                <a:spcPts val="0"/>
              </a:spcAft>
              <a:buSzPts val="1500"/>
              <a:buChar char="-"/>
            </a:pPr>
            <a:r>
              <a:rPr lang="en" sz="1500"/>
              <a:t>Rowlandson spends time to portray Weetamoo as arrogant and out of her place, unlike her depictions of </a:t>
            </a:r>
            <a:r>
              <a:rPr lang="en" sz="1500"/>
              <a:t>Wampanoag</a:t>
            </a:r>
            <a:r>
              <a:rPr lang="en" sz="1500"/>
              <a:t> men as kind and respectful.</a:t>
            </a:r>
            <a:endParaRPr sz="1500"/>
          </a:p>
          <a:p>
            <a:pPr indent="-323850" lvl="0" marL="457200" rtl="0" algn="l">
              <a:spcBef>
                <a:spcPts val="0"/>
              </a:spcBef>
              <a:spcAft>
                <a:spcPts val="0"/>
              </a:spcAft>
              <a:buSzPts val="1500"/>
              <a:buChar char="-"/>
            </a:pPr>
            <a:r>
              <a:rPr lang="en" sz="1500"/>
              <a:t>Brooks shows how Rowlandson’s depiction of Weetamoo reveals her traditional </a:t>
            </a:r>
            <a:r>
              <a:rPr lang="en" sz="1500"/>
              <a:t>Puritan</a:t>
            </a:r>
            <a:r>
              <a:rPr lang="en" sz="1500"/>
              <a:t> beliefs and her difficulty with accepting Weetamoo’s powerful </a:t>
            </a:r>
            <a:r>
              <a:rPr lang="en" sz="1500"/>
              <a:t>place</a:t>
            </a:r>
            <a:r>
              <a:rPr lang="en" sz="1500"/>
              <a:t> in society.</a:t>
            </a:r>
            <a:endParaRPr sz="1500"/>
          </a:p>
        </p:txBody>
      </p:sp>
      <p:sp>
        <p:nvSpPr>
          <p:cNvPr id="558" name="Google Shape;558;p45"/>
          <p:cNvSpPr txBox="1"/>
          <p:nvPr>
            <p:ph type="title"/>
          </p:nvPr>
        </p:nvSpPr>
        <p:spPr>
          <a:xfrm>
            <a:off x="408650" y="463000"/>
            <a:ext cx="44196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6"/>
          <p:cNvSpPr/>
          <p:nvPr/>
        </p:nvSpPr>
        <p:spPr>
          <a:xfrm>
            <a:off x="4910025" y="1374025"/>
            <a:ext cx="4233900" cy="37695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564" name="Google Shape;564;p46"/>
          <p:cNvSpPr txBox="1"/>
          <p:nvPr>
            <p:ph idx="3" type="body"/>
          </p:nvPr>
        </p:nvSpPr>
        <p:spPr>
          <a:xfrm>
            <a:off x="452100" y="1564175"/>
            <a:ext cx="8149500" cy="215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Brooks also reveals Weetamoo’s difficulty to accept Rowlandson’s Puritian beliefs and behavior, and shows both of the women’s frustration with the other’s culture and place in society.</a:t>
            </a:r>
            <a:endParaRPr sz="1500"/>
          </a:p>
          <a:p>
            <a:pPr indent="-323850" lvl="0" marL="457200" rtl="0" algn="l">
              <a:spcBef>
                <a:spcPts val="1200"/>
              </a:spcBef>
              <a:spcAft>
                <a:spcPts val="0"/>
              </a:spcAft>
              <a:buSzPts val="1500"/>
              <a:buChar char="-"/>
            </a:pPr>
            <a:r>
              <a:rPr lang="en" sz="1500"/>
              <a:t>Brooks describes Weetamoo’s criticism of Rowlandson’s “weak and selfish behavior” (2).</a:t>
            </a:r>
            <a:endParaRPr sz="1500"/>
          </a:p>
          <a:p>
            <a:pPr indent="-323850" lvl="0" marL="457200" rtl="0" algn="l">
              <a:spcBef>
                <a:spcPts val="0"/>
              </a:spcBef>
              <a:spcAft>
                <a:spcPts val="0"/>
              </a:spcAft>
              <a:buSzPts val="1500"/>
              <a:buChar char="-"/>
            </a:pPr>
            <a:r>
              <a:rPr lang="en" sz="1500"/>
              <a:t>In Wampanoag community, women are expected to be strong and care for themselves, unlike how in </a:t>
            </a:r>
            <a:r>
              <a:rPr lang="en" sz="1500"/>
              <a:t>Puritan</a:t>
            </a:r>
            <a:r>
              <a:rPr lang="en" sz="1500"/>
              <a:t> communities, Rowlandson was often well took care of by her </a:t>
            </a:r>
            <a:r>
              <a:rPr lang="en" sz="1500"/>
              <a:t>father</a:t>
            </a:r>
            <a:r>
              <a:rPr lang="en" sz="1500"/>
              <a:t> and husband.</a:t>
            </a:r>
            <a:endParaRPr sz="1500"/>
          </a:p>
          <a:p>
            <a:pPr indent="-323850" lvl="0" marL="457200" rtl="0" algn="l">
              <a:spcBef>
                <a:spcPts val="0"/>
              </a:spcBef>
              <a:spcAft>
                <a:spcPts val="0"/>
              </a:spcAft>
              <a:buSzPts val="1500"/>
              <a:buChar char="-"/>
            </a:pPr>
            <a:r>
              <a:rPr lang="en" sz="1500"/>
              <a:t>Brooks depicts Rowlandson’s difficulty to travel uphill while carrying a heavy load as a burden for Weetamoo and the Wampanoag community.</a:t>
            </a:r>
            <a:endParaRPr sz="1500"/>
          </a:p>
          <a:p>
            <a:pPr indent="-323850" lvl="0" marL="457200" rtl="0" algn="l">
              <a:spcBef>
                <a:spcPts val="0"/>
              </a:spcBef>
              <a:spcAft>
                <a:spcPts val="0"/>
              </a:spcAft>
              <a:buSzPts val="1500"/>
              <a:buChar char="-"/>
            </a:pPr>
            <a:r>
              <a:rPr lang="en" sz="1500"/>
              <a:t>Brooks suggests that Rowlandson and other Puritan women were held back by their traditional beliefs and ideas about women in society from work that would otherwise help them physically and </a:t>
            </a:r>
            <a:r>
              <a:rPr lang="en" sz="1500"/>
              <a:t>emotionally</a:t>
            </a:r>
            <a:r>
              <a:rPr lang="en" sz="1500"/>
              <a:t>.</a:t>
            </a:r>
            <a:endParaRPr/>
          </a:p>
          <a:p>
            <a:pPr indent="0" lvl="0" marL="457200" rtl="0" algn="l">
              <a:spcBef>
                <a:spcPts val="1200"/>
              </a:spcBef>
              <a:spcAft>
                <a:spcPts val="1200"/>
              </a:spcAft>
              <a:buNone/>
            </a:pPr>
            <a:r>
              <a:t/>
            </a:r>
            <a:endParaRPr sz="1500"/>
          </a:p>
        </p:txBody>
      </p:sp>
      <p:sp>
        <p:nvSpPr>
          <p:cNvPr id="565" name="Google Shape;565;p46"/>
          <p:cNvSpPr txBox="1"/>
          <p:nvPr>
            <p:ph type="title"/>
          </p:nvPr>
        </p:nvSpPr>
        <p:spPr>
          <a:xfrm>
            <a:off x="408650" y="463000"/>
            <a:ext cx="44196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Summary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47"/>
          <p:cNvSpPr/>
          <p:nvPr/>
        </p:nvSpPr>
        <p:spPr>
          <a:xfrm>
            <a:off x="4910025" y="1374025"/>
            <a:ext cx="4233900" cy="37695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571" name="Google Shape;571;p47"/>
          <p:cNvSpPr txBox="1"/>
          <p:nvPr>
            <p:ph type="title"/>
          </p:nvPr>
        </p:nvSpPr>
        <p:spPr>
          <a:xfrm>
            <a:off x="408650" y="463000"/>
            <a:ext cx="44196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Comparison</a:t>
            </a:r>
            <a:endParaRPr/>
          </a:p>
        </p:txBody>
      </p:sp>
      <p:pic>
        <p:nvPicPr>
          <p:cNvPr id="572" name="Google Shape;572;p47"/>
          <p:cNvPicPr preferRelativeResize="0"/>
          <p:nvPr/>
        </p:nvPicPr>
        <p:blipFill>
          <a:blip r:embed="rId3">
            <a:alphaModFix/>
          </a:blip>
          <a:stretch>
            <a:fillRect/>
          </a:stretch>
        </p:blipFill>
        <p:spPr>
          <a:xfrm>
            <a:off x="79450" y="1571000"/>
            <a:ext cx="2289425" cy="3275800"/>
          </a:xfrm>
          <a:prstGeom prst="rect">
            <a:avLst/>
          </a:prstGeom>
          <a:noFill/>
          <a:ln>
            <a:noFill/>
          </a:ln>
        </p:spPr>
      </p:pic>
      <p:pic>
        <p:nvPicPr>
          <p:cNvPr id="573" name="Google Shape;573;p47"/>
          <p:cNvPicPr preferRelativeResize="0"/>
          <p:nvPr/>
        </p:nvPicPr>
        <p:blipFill rotWithShape="1">
          <a:blip r:embed="rId4">
            <a:alphaModFix/>
          </a:blip>
          <a:srcRect b="8925" l="10722" r="10144" t="6793"/>
          <a:stretch/>
        </p:blipFill>
        <p:spPr>
          <a:xfrm>
            <a:off x="4428550" y="1614800"/>
            <a:ext cx="2334599" cy="2953199"/>
          </a:xfrm>
          <a:prstGeom prst="rect">
            <a:avLst/>
          </a:prstGeom>
          <a:noFill/>
          <a:ln>
            <a:noFill/>
          </a:ln>
        </p:spPr>
      </p:pic>
      <p:sp>
        <p:nvSpPr>
          <p:cNvPr id="574" name="Google Shape;574;p47"/>
          <p:cNvSpPr txBox="1"/>
          <p:nvPr/>
        </p:nvSpPr>
        <p:spPr>
          <a:xfrm>
            <a:off x="2400225" y="1571000"/>
            <a:ext cx="1955400" cy="318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Lexend Light"/>
                <a:ea typeface="Lexend Light"/>
                <a:cs typeface="Lexend Light"/>
                <a:sym typeface="Lexend Light"/>
              </a:rPr>
              <a:t>Mary Rowlandson was the wife of a Puritan minister living in Lancaster, MA, who was kidnapped and held for ransom by Indians in King </a:t>
            </a:r>
            <a:r>
              <a:rPr lang="en" sz="1500">
                <a:solidFill>
                  <a:schemeClr val="dk1"/>
                </a:solidFill>
                <a:latin typeface="Lexend Light"/>
                <a:ea typeface="Lexend Light"/>
                <a:cs typeface="Lexend Light"/>
                <a:sym typeface="Lexend Light"/>
              </a:rPr>
              <a:t>Philip's</a:t>
            </a:r>
            <a:r>
              <a:rPr lang="en" sz="1500">
                <a:solidFill>
                  <a:schemeClr val="dk1"/>
                </a:solidFill>
                <a:latin typeface="Lexend Light"/>
                <a:ea typeface="Lexend Light"/>
                <a:cs typeface="Lexend Light"/>
                <a:sym typeface="Lexend Light"/>
              </a:rPr>
              <a:t> War. She was later released and wrote a narrative about her experiences.</a:t>
            </a:r>
            <a:endParaRPr sz="1500">
              <a:solidFill>
                <a:schemeClr val="dk1"/>
              </a:solidFill>
              <a:latin typeface="Lexend Light"/>
              <a:ea typeface="Lexend Light"/>
              <a:cs typeface="Lexend Light"/>
              <a:sym typeface="Lexend Light"/>
            </a:endParaRPr>
          </a:p>
        </p:txBody>
      </p:sp>
      <p:sp>
        <p:nvSpPr>
          <p:cNvPr id="575" name="Google Shape;575;p47"/>
          <p:cNvSpPr txBox="1"/>
          <p:nvPr/>
        </p:nvSpPr>
        <p:spPr>
          <a:xfrm>
            <a:off x="6836075" y="1802000"/>
            <a:ext cx="19554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Lexend Light"/>
                <a:ea typeface="Lexend Light"/>
                <a:cs typeface="Lexend Light"/>
                <a:sym typeface="Lexend Light"/>
              </a:rPr>
              <a:t>Weetamoo was the wife of the Indian who bought Rowlandson after she was kidnapped. She was the sachem (leader) of Pocasset tribe and an ally and sister-in-law of King </a:t>
            </a:r>
            <a:r>
              <a:rPr lang="en" sz="1500">
                <a:solidFill>
                  <a:schemeClr val="dk1"/>
                </a:solidFill>
                <a:latin typeface="Lexend Light"/>
                <a:ea typeface="Lexend Light"/>
                <a:cs typeface="Lexend Light"/>
                <a:sym typeface="Lexend Light"/>
              </a:rPr>
              <a:t>Philip</a:t>
            </a:r>
            <a:r>
              <a:rPr lang="en" sz="1500">
                <a:solidFill>
                  <a:schemeClr val="dk1"/>
                </a:solidFill>
                <a:latin typeface="Lexend Light"/>
                <a:ea typeface="Lexend Light"/>
                <a:cs typeface="Lexend Light"/>
                <a:sym typeface="Lexend Light"/>
              </a:rPr>
              <a:t>.</a:t>
            </a:r>
            <a:endParaRPr sz="1500">
              <a:solidFill>
                <a:schemeClr val="dk1"/>
              </a:solidFill>
              <a:latin typeface="Lexend Light"/>
              <a:ea typeface="Lexend Light"/>
              <a:cs typeface="Lexend Light"/>
              <a:sym typeface="Lexend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48"/>
          <p:cNvSpPr/>
          <p:nvPr/>
        </p:nvSpPr>
        <p:spPr>
          <a:xfrm>
            <a:off x="4910025" y="1374025"/>
            <a:ext cx="4233900" cy="37695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581" name="Google Shape;581;p48"/>
          <p:cNvSpPr txBox="1"/>
          <p:nvPr>
            <p:ph idx="3" type="body"/>
          </p:nvPr>
        </p:nvSpPr>
        <p:spPr>
          <a:xfrm>
            <a:off x="452100" y="1564175"/>
            <a:ext cx="8149500" cy="215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The idea of Rowlandson misrepresenting Weetamoo’s place in Wampanoag society is shown several times in the Nineteenth and Twentieth Removes from this week’s reading.</a:t>
            </a:r>
            <a:endParaRPr sz="1500"/>
          </a:p>
          <a:p>
            <a:pPr indent="-323850" lvl="0" marL="457200" rtl="0" algn="l">
              <a:spcBef>
                <a:spcPts val="1200"/>
              </a:spcBef>
              <a:spcAft>
                <a:spcPts val="0"/>
              </a:spcAft>
              <a:buSzPts val="1500"/>
              <a:buChar char="-"/>
            </a:pPr>
            <a:r>
              <a:rPr lang="en" sz="1500"/>
              <a:t>“A severe and proud dame she was, bestowing every day in dressing herself neat as much time as any of the gentry of the land,going with necklaces, with jewels in her ears, and bracelets upon her hands” (Rowlandson 148)</a:t>
            </a:r>
            <a:endParaRPr sz="1500"/>
          </a:p>
          <a:p>
            <a:pPr indent="-323850" lvl="1" marL="914400" rtl="0" algn="l">
              <a:spcBef>
                <a:spcPts val="0"/>
              </a:spcBef>
              <a:spcAft>
                <a:spcPts val="0"/>
              </a:spcAft>
              <a:buSzPts val="1500"/>
              <a:buChar char="-"/>
            </a:pPr>
            <a:r>
              <a:rPr lang="en" sz="1500"/>
              <a:t>c</a:t>
            </a:r>
            <a:r>
              <a:rPr lang="en" sz="1500"/>
              <a:t>onnects to Brooks’ </a:t>
            </a:r>
            <a:r>
              <a:rPr lang="en" sz="1500"/>
              <a:t>description</a:t>
            </a:r>
            <a:r>
              <a:rPr lang="en" sz="1500"/>
              <a:t> of Weetamoo as an arrogant upstart queen who tries but is unable to become like an English woman</a:t>
            </a:r>
            <a:endParaRPr sz="1500"/>
          </a:p>
          <a:p>
            <a:pPr indent="-323850" lvl="0" marL="457200" rtl="0" algn="l">
              <a:spcBef>
                <a:spcPts val="0"/>
              </a:spcBef>
              <a:spcAft>
                <a:spcPts val="0"/>
              </a:spcAft>
              <a:buSzPts val="1500"/>
              <a:buChar char="-"/>
            </a:pPr>
            <a:r>
              <a:rPr lang="en" sz="1500"/>
              <a:t>“When [Weetamoo] had dressed herself, her work was to make girdles of wampum and beads” (148)</a:t>
            </a:r>
            <a:endParaRPr sz="1500"/>
          </a:p>
          <a:p>
            <a:pPr indent="-323850" lvl="1" marL="914400" rtl="0" algn="l">
              <a:spcBef>
                <a:spcPts val="0"/>
              </a:spcBef>
              <a:spcAft>
                <a:spcPts val="0"/>
              </a:spcAft>
              <a:buSzPts val="1500"/>
              <a:buChar char="-"/>
            </a:pPr>
            <a:r>
              <a:rPr lang="en" sz="1500"/>
              <a:t>Rowlandson </a:t>
            </a:r>
            <a:r>
              <a:rPr lang="en" sz="1500"/>
              <a:t>deemphasizes</a:t>
            </a:r>
            <a:r>
              <a:rPr lang="en" sz="1500"/>
              <a:t> the importance of Weetamoo’s task and instead portrays it as servant work (which is at odds at her makeup and </a:t>
            </a:r>
            <a:r>
              <a:rPr lang="en" sz="1500"/>
              <a:t>jewelry</a:t>
            </a:r>
            <a:r>
              <a:rPr lang="en" sz="1500"/>
              <a:t>)</a:t>
            </a:r>
            <a:endParaRPr sz="1500"/>
          </a:p>
          <a:p>
            <a:pPr indent="0" lvl="0" marL="0" rtl="0" algn="l">
              <a:spcBef>
                <a:spcPts val="1200"/>
              </a:spcBef>
              <a:spcAft>
                <a:spcPts val="1200"/>
              </a:spcAft>
              <a:buNone/>
            </a:pPr>
            <a:r>
              <a:t/>
            </a:r>
            <a:endParaRPr sz="1500"/>
          </a:p>
        </p:txBody>
      </p:sp>
      <p:sp>
        <p:nvSpPr>
          <p:cNvPr id="582" name="Google Shape;582;p48"/>
          <p:cNvSpPr txBox="1"/>
          <p:nvPr>
            <p:ph type="title"/>
          </p:nvPr>
        </p:nvSpPr>
        <p:spPr>
          <a:xfrm>
            <a:off x="408650" y="463000"/>
            <a:ext cx="44196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Reading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49"/>
          <p:cNvSpPr/>
          <p:nvPr/>
        </p:nvSpPr>
        <p:spPr>
          <a:xfrm>
            <a:off x="4910025" y="1374025"/>
            <a:ext cx="4233900" cy="37695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588" name="Google Shape;588;p49"/>
          <p:cNvSpPr txBox="1"/>
          <p:nvPr>
            <p:ph idx="3" type="body"/>
          </p:nvPr>
        </p:nvSpPr>
        <p:spPr>
          <a:xfrm>
            <a:off x="452100" y="1564175"/>
            <a:ext cx="8149500" cy="215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I think Brooks’ reasoning on why Rowlandson could have misrepresented Weetamoo’s status makes sense. Her </a:t>
            </a:r>
            <a:r>
              <a:rPr lang="en" sz="1400"/>
              <a:t>Puritan</a:t>
            </a:r>
            <a:r>
              <a:rPr lang="en" sz="1400"/>
              <a:t> beliefs seem to be the main cause:</a:t>
            </a:r>
            <a:endParaRPr sz="1400"/>
          </a:p>
          <a:p>
            <a:pPr indent="-317500" lvl="0" marL="457200" rtl="0" algn="l">
              <a:spcBef>
                <a:spcPts val="1200"/>
              </a:spcBef>
              <a:spcAft>
                <a:spcPts val="0"/>
              </a:spcAft>
              <a:buSzPts val="1400"/>
              <a:buChar char="-"/>
            </a:pPr>
            <a:r>
              <a:rPr lang="en" sz="1400"/>
              <a:t>Brooks’ examples of Rowlandson’s disdain at Weetamoo’s jewelry and accessories supports the idea that Weetamoo is attempting, through decorations, to become royal.</a:t>
            </a:r>
            <a:endParaRPr sz="1400"/>
          </a:p>
          <a:p>
            <a:pPr indent="-317500" lvl="0" marL="457200" rtl="0" algn="l">
              <a:spcBef>
                <a:spcPts val="0"/>
              </a:spcBef>
              <a:spcAft>
                <a:spcPts val="0"/>
              </a:spcAft>
              <a:buSzPts val="1400"/>
              <a:buChar char="-"/>
            </a:pPr>
            <a:r>
              <a:rPr lang="en" sz="1400"/>
              <a:t>I also agree that Rowlandson seems to be negative towards Weetamoo because she has the power in </a:t>
            </a:r>
            <a:r>
              <a:rPr lang="en" sz="1400"/>
              <a:t>society</a:t>
            </a:r>
            <a:r>
              <a:rPr lang="en" sz="1400"/>
              <a:t> that </a:t>
            </a:r>
            <a:r>
              <a:rPr lang="en" sz="1400"/>
              <a:t>Puritan</a:t>
            </a:r>
            <a:r>
              <a:rPr lang="en" sz="1400"/>
              <a:t> women never had and do not want, so she represents the opposite of an obedient and meek woman.</a:t>
            </a:r>
            <a:endParaRPr sz="1400"/>
          </a:p>
          <a:p>
            <a:pPr indent="-317500" lvl="0" marL="457200" rtl="0" algn="l">
              <a:spcBef>
                <a:spcPts val="0"/>
              </a:spcBef>
              <a:spcAft>
                <a:spcPts val="0"/>
              </a:spcAft>
              <a:buSzPts val="1400"/>
              <a:buChar char="-"/>
            </a:pPr>
            <a:r>
              <a:rPr lang="en" sz="1400"/>
              <a:t>By highlighting the differences in how women live in the Puritan and Wampanoag communities, it makes sense that Rowlandson would be resentful with Weetamoo because she must perform of the physical labor she must perform.</a:t>
            </a:r>
            <a:endParaRPr sz="1400"/>
          </a:p>
          <a:p>
            <a:pPr indent="0" lvl="0" marL="0" rtl="0" algn="l">
              <a:spcBef>
                <a:spcPts val="1200"/>
              </a:spcBef>
              <a:spcAft>
                <a:spcPts val="1200"/>
              </a:spcAft>
              <a:buNone/>
            </a:pPr>
            <a:r>
              <a:rPr lang="en" sz="1400"/>
              <a:t>However, it might also be nice to see if we could receive insight on if Increase Mather played a role in Weetamoo’s description because of the influence he had in publishing Rowlandson’s narrative (as described in the introduction to Mary Rowlandson in the Norton Anthology).</a:t>
            </a:r>
            <a:endParaRPr sz="1400"/>
          </a:p>
        </p:txBody>
      </p:sp>
      <p:sp>
        <p:nvSpPr>
          <p:cNvPr id="589" name="Google Shape;589;p49"/>
          <p:cNvSpPr txBox="1"/>
          <p:nvPr>
            <p:ph type="title"/>
          </p:nvPr>
        </p:nvSpPr>
        <p:spPr>
          <a:xfrm>
            <a:off x="408650" y="463000"/>
            <a:ext cx="44196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My ideas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50"/>
          <p:cNvSpPr/>
          <p:nvPr/>
        </p:nvSpPr>
        <p:spPr>
          <a:xfrm>
            <a:off x="4910025" y="1374025"/>
            <a:ext cx="4233900" cy="37695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Light"/>
              <a:ea typeface="Lexend Light"/>
              <a:cs typeface="Lexend Light"/>
              <a:sym typeface="Lexend Light"/>
            </a:endParaRPr>
          </a:p>
        </p:txBody>
      </p:sp>
      <p:sp>
        <p:nvSpPr>
          <p:cNvPr id="595" name="Google Shape;595;p50"/>
          <p:cNvSpPr txBox="1"/>
          <p:nvPr>
            <p:ph idx="3" type="body"/>
          </p:nvPr>
        </p:nvSpPr>
        <p:spPr>
          <a:xfrm>
            <a:off x="452100" y="1564175"/>
            <a:ext cx="8149500" cy="215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Here are some discussion questions to consider:</a:t>
            </a:r>
            <a:endParaRPr sz="1500"/>
          </a:p>
          <a:p>
            <a:pPr indent="-323850" lvl="0" marL="457200" rtl="0" algn="l">
              <a:spcBef>
                <a:spcPts val="1200"/>
              </a:spcBef>
              <a:spcAft>
                <a:spcPts val="0"/>
              </a:spcAft>
              <a:buSzPts val="1500"/>
              <a:buChar char="-"/>
            </a:pPr>
            <a:r>
              <a:rPr lang="en" sz="1500"/>
              <a:t>What is the effect of Rowlandson’s representation of Weetamoo on the mostly European and Christian audience?</a:t>
            </a:r>
            <a:endParaRPr sz="1500"/>
          </a:p>
          <a:p>
            <a:pPr indent="0" lvl="0" marL="0" rtl="0" algn="l">
              <a:spcBef>
                <a:spcPts val="1200"/>
              </a:spcBef>
              <a:spcAft>
                <a:spcPts val="0"/>
              </a:spcAft>
              <a:buNone/>
            </a:pPr>
            <a:r>
              <a:t/>
            </a:r>
            <a:endParaRPr sz="1500"/>
          </a:p>
          <a:p>
            <a:pPr indent="-323850" lvl="0" marL="457200" rtl="0" algn="l">
              <a:spcBef>
                <a:spcPts val="1200"/>
              </a:spcBef>
              <a:spcAft>
                <a:spcPts val="0"/>
              </a:spcAft>
              <a:buSzPts val="1500"/>
              <a:buChar char="-"/>
            </a:pPr>
            <a:r>
              <a:rPr lang="en" sz="1500"/>
              <a:t>Was it Rowlandson’s Puritan beliefs that contributed to Rowlandson negative depictions of Weetamoo? How much did </a:t>
            </a:r>
            <a:r>
              <a:rPr lang="en" sz="1500"/>
              <a:t>Rowlandson's</a:t>
            </a:r>
            <a:r>
              <a:rPr lang="en" sz="1500"/>
              <a:t> traditional beliefs affect her ideas on Weetamoo?</a:t>
            </a:r>
            <a:endParaRPr sz="1500"/>
          </a:p>
          <a:p>
            <a:pPr indent="0" lvl="0" marL="0" rtl="0" algn="l">
              <a:spcBef>
                <a:spcPts val="1200"/>
              </a:spcBef>
              <a:spcAft>
                <a:spcPts val="0"/>
              </a:spcAft>
              <a:buNone/>
            </a:pPr>
            <a:r>
              <a:t/>
            </a:r>
            <a:endParaRPr sz="1500"/>
          </a:p>
          <a:p>
            <a:pPr indent="-323850" lvl="0" marL="457200" rtl="0" algn="l">
              <a:spcBef>
                <a:spcPts val="1200"/>
              </a:spcBef>
              <a:spcAft>
                <a:spcPts val="0"/>
              </a:spcAft>
              <a:buSzPts val="1500"/>
              <a:buChar char="-"/>
            </a:pPr>
            <a:r>
              <a:rPr lang="en" sz="1500"/>
              <a:t>Is it only Rowlandson’s religious beliefs that contribute to her portryal of Weetamoo? Could Rowlandson be resentful or jealous of her status or is she angry that she possesses power in the first place? (or maybe something else?)</a:t>
            </a:r>
            <a:endParaRPr sz="1500"/>
          </a:p>
        </p:txBody>
      </p:sp>
      <p:sp>
        <p:nvSpPr>
          <p:cNvPr id="596" name="Google Shape;596;p50"/>
          <p:cNvSpPr txBox="1"/>
          <p:nvPr>
            <p:ph type="title"/>
          </p:nvPr>
        </p:nvSpPr>
        <p:spPr>
          <a:xfrm>
            <a:off x="408650" y="463000"/>
            <a:ext cx="54354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Discussion</a:t>
            </a:r>
            <a:r>
              <a:rPr lang="en"/>
              <a:t> questions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1"/>
          <p:cNvSpPr txBox="1"/>
          <p:nvPr>
            <p:ph type="title"/>
          </p:nvPr>
        </p:nvSpPr>
        <p:spPr>
          <a:xfrm>
            <a:off x="1241550" y="2010150"/>
            <a:ext cx="6660900" cy="112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Assignment #2">
  <a:themeElements>
    <a:clrScheme name="Simple Light">
      <a:dk1>
        <a:srgbClr val="000000"/>
      </a:dk1>
      <a:lt1>
        <a:srgbClr val="FCF9F6"/>
      </a:lt1>
      <a:dk2>
        <a:srgbClr val="DE7E5D"/>
      </a:dk2>
      <a:lt2>
        <a:srgbClr val="FFB185"/>
      </a:lt2>
      <a:accent1>
        <a:srgbClr val="FFE5D6"/>
      </a:accent1>
      <a:accent2>
        <a:srgbClr val="FFCCAF"/>
      </a:accent2>
      <a:accent3>
        <a:srgbClr val="CAF0F8"/>
      </a:accent3>
      <a:accent4>
        <a:srgbClr val="00B4D8"/>
      </a:accent4>
      <a:accent5>
        <a:srgbClr val="0077B6"/>
      </a:accent5>
      <a:accent6>
        <a:srgbClr val="03045E"/>
      </a:accent6>
      <a:hlink>
        <a:srgbClr val="001D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